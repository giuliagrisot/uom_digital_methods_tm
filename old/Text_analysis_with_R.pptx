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50" r:id="rId1"/>
  </p:sldMasterIdLst>
  <p:notesMasterIdLst>
    <p:notesMasterId r:id="rId37"/>
  </p:notesMasterIdLst>
  <p:sldIdLst>
    <p:sldId id="256" r:id="rId2"/>
    <p:sldId id="258" r:id="rId3"/>
    <p:sldId id="275" r:id="rId4"/>
    <p:sldId id="579" r:id="rId5"/>
    <p:sldId id="578" r:id="rId6"/>
    <p:sldId id="563" r:id="rId7"/>
    <p:sldId id="277" r:id="rId8"/>
    <p:sldId id="318" r:id="rId9"/>
    <p:sldId id="564" r:id="rId10"/>
    <p:sldId id="565" r:id="rId11"/>
    <p:sldId id="568" r:id="rId12"/>
    <p:sldId id="263" r:id="rId13"/>
    <p:sldId id="569" r:id="rId14"/>
    <p:sldId id="581" r:id="rId15"/>
    <p:sldId id="570" r:id="rId16"/>
    <p:sldId id="577" r:id="rId17"/>
    <p:sldId id="362" r:id="rId18"/>
    <p:sldId id="582" r:id="rId19"/>
    <p:sldId id="385" r:id="rId20"/>
    <p:sldId id="583" r:id="rId21"/>
    <p:sldId id="585" r:id="rId22"/>
    <p:sldId id="586" r:id="rId23"/>
    <p:sldId id="587" r:id="rId24"/>
    <p:sldId id="571" r:id="rId25"/>
    <p:sldId id="584" r:id="rId26"/>
    <p:sldId id="572" r:id="rId27"/>
    <p:sldId id="588" r:id="rId28"/>
    <p:sldId id="576" r:id="rId29"/>
    <p:sldId id="294" r:id="rId30"/>
    <p:sldId id="287" r:id="rId31"/>
    <p:sldId id="290" r:id="rId32"/>
    <p:sldId id="280" r:id="rId33"/>
    <p:sldId id="554" r:id="rId34"/>
    <p:sldId id="534" r:id="rId35"/>
    <p:sldId id="559" r:id="rId36"/>
  </p:sldIdLst>
  <p:sldSz cx="9144000" cy="5715000" type="screen16x10"/>
  <p:notesSz cx="6858000" cy="9144000"/>
  <p:defaultTextStyle>
    <a:defPPr>
      <a:defRPr lang="en-GB"/>
    </a:defPPr>
    <a:lvl1pPr marL="0" algn="l" defTabSz="713232" rtl="0" eaLnBrk="1" latinLnBrk="0" hangingPunct="1">
      <a:defRPr sz="1404" kern="1200">
        <a:solidFill>
          <a:schemeClr val="tx1"/>
        </a:solidFill>
        <a:latin typeface="+mn-lt"/>
        <a:ea typeface="+mn-ea"/>
        <a:cs typeface="+mn-cs"/>
      </a:defRPr>
    </a:lvl1pPr>
    <a:lvl2pPr marL="356616" algn="l" defTabSz="713232" rtl="0" eaLnBrk="1" latinLnBrk="0" hangingPunct="1">
      <a:defRPr sz="1404" kern="1200">
        <a:solidFill>
          <a:schemeClr val="tx1"/>
        </a:solidFill>
        <a:latin typeface="+mn-lt"/>
        <a:ea typeface="+mn-ea"/>
        <a:cs typeface="+mn-cs"/>
      </a:defRPr>
    </a:lvl2pPr>
    <a:lvl3pPr marL="713232" algn="l" defTabSz="713232" rtl="0" eaLnBrk="1" latinLnBrk="0" hangingPunct="1">
      <a:defRPr sz="1404" kern="1200">
        <a:solidFill>
          <a:schemeClr val="tx1"/>
        </a:solidFill>
        <a:latin typeface="+mn-lt"/>
        <a:ea typeface="+mn-ea"/>
        <a:cs typeface="+mn-cs"/>
      </a:defRPr>
    </a:lvl3pPr>
    <a:lvl4pPr marL="1069848" algn="l" defTabSz="713232" rtl="0" eaLnBrk="1" latinLnBrk="0" hangingPunct="1">
      <a:defRPr sz="1404" kern="1200">
        <a:solidFill>
          <a:schemeClr val="tx1"/>
        </a:solidFill>
        <a:latin typeface="+mn-lt"/>
        <a:ea typeface="+mn-ea"/>
        <a:cs typeface="+mn-cs"/>
      </a:defRPr>
    </a:lvl4pPr>
    <a:lvl5pPr marL="1426464" algn="l" defTabSz="713232" rtl="0" eaLnBrk="1" latinLnBrk="0" hangingPunct="1">
      <a:defRPr sz="1404" kern="1200">
        <a:solidFill>
          <a:schemeClr val="tx1"/>
        </a:solidFill>
        <a:latin typeface="+mn-lt"/>
        <a:ea typeface="+mn-ea"/>
        <a:cs typeface="+mn-cs"/>
      </a:defRPr>
    </a:lvl5pPr>
    <a:lvl6pPr marL="1783080" algn="l" defTabSz="713232" rtl="0" eaLnBrk="1" latinLnBrk="0" hangingPunct="1">
      <a:defRPr sz="1404" kern="1200">
        <a:solidFill>
          <a:schemeClr val="tx1"/>
        </a:solidFill>
        <a:latin typeface="+mn-lt"/>
        <a:ea typeface="+mn-ea"/>
        <a:cs typeface="+mn-cs"/>
      </a:defRPr>
    </a:lvl6pPr>
    <a:lvl7pPr marL="2139696" algn="l" defTabSz="713232" rtl="0" eaLnBrk="1" latinLnBrk="0" hangingPunct="1">
      <a:defRPr sz="1404" kern="1200">
        <a:solidFill>
          <a:schemeClr val="tx1"/>
        </a:solidFill>
        <a:latin typeface="+mn-lt"/>
        <a:ea typeface="+mn-ea"/>
        <a:cs typeface="+mn-cs"/>
      </a:defRPr>
    </a:lvl7pPr>
    <a:lvl8pPr marL="2496312" algn="l" defTabSz="713232" rtl="0" eaLnBrk="1" latinLnBrk="0" hangingPunct="1">
      <a:defRPr sz="1404" kern="1200">
        <a:solidFill>
          <a:schemeClr val="tx1"/>
        </a:solidFill>
        <a:latin typeface="+mn-lt"/>
        <a:ea typeface="+mn-ea"/>
        <a:cs typeface="+mn-cs"/>
      </a:defRPr>
    </a:lvl8pPr>
    <a:lvl9pPr marL="2852928" algn="l" defTabSz="713232" rtl="0" eaLnBrk="1" latinLnBrk="0" hangingPunct="1">
      <a:defRPr sz="1404"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 Berenike Herrmann" initials="JBH" lastIdx="3"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ECF2E7"/>
    <a:srgbClr val="CEEE99"/>
    <a:srgbClr val="556637"/>
    <a:srgbClr val="586A3A"/>
    <a:srgbClr val="ACA413"/>
    <a:srgbClr val="2A382F"/>
    <a:srgbClr val="D3835D"/>
    <a:srgbClr val="FFC2AB"/>
    <a:srgbClr val="FF7237"/>
    <a:srgbClr val="FF216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2455225-22B2-48A2-8C7A-A422CE16209B}" v="259" dt="2025-06-30T08:26:02.49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639" autoAdjust="0"/>
    <p:restoredTop sz="64508" autoAdjust="0"/>
  </p:normalViewPr>
  <p:slideViewPr>
    <p:cSldViewPr snapToGrid="0">
      <p:cViewPr varScale="1">
        <p:scale>
          <a:sx n="69" d="100"/>
          <a:sy n="69" d="100"/>
        </p:scale>
        <p:origin x="72" y="294"/>
      </p:cViewPr>
      <p:guideLst/>
    </p:cSldViewPr>
  </p:slideViewPr>
  <p:outlineViewPr>
    <p:cViewPr>
      <p:scale>
        <a:sx n="33" d="100"/>
        <a:sy n="33" d="100"/>
      </p:scale>
      <p:origin x="0" y="-2408"/>
    </p:cViewPr>
  </p:outlineViewPr>
  <p:notesTextViewPr>
    <p:cViewPr>
      <p:scale>
        <a:sx n="1" d="1"/>
        <a:sy n="1" d="1"/>
      </p:scale>
      <p:origin x="0" y="0"/>
    </p:cViewPr>
  </p:notesTextViewPr>
  <p:notesViewPr>
    <p:cSldViewPr snapToGrid="0">
      <p:cViewPr varScale="1">
        <p:scale>
          <a:sx n="93" d="100"/>
          <a:sy n="93" d="100"/>
        </p:scale>
        <p:origin x="4072" y="20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iulia Grisot" userId="6782c791-7cd2-4a18-952a-f84de89912a6" providerId="ADAL" clId="{D2455225-22B2-48A2-8C7A-A422CE16209B}"/>
    <pc:docChg chg="undo custSel addSld delSld modSld sldOrd">
      <pc:chgData name="Giulia Grisot" userId="6782c791-7cd2-4a18-952a-f84de89912a6" providerId="ADAL" clId="{D2455225-22B2-48A2-8C7A-A422CE16209B}" dt="2025-06-30T08:27:41.948" v="514" actId="113"/>
      <pc:docMkLst>
        <pc:docMk/>
      </pc:docMkLst>
      <pc:sldChg chg="modAnim">
        <pc:chgData name="Giulia Grisot" userId="6782c791-7cd2-4a18-952a-f84de89912a6" providerId="ADAL" clId="{D2455225-22B2-48A2-8C7A-A422CE16209B}" dt="2025-06-30T07:59:21.439" v="3"/>
        <pc:sldMkLst>
          <pc:docMk/>
          <pc:sldMk cId="0" sldId="258"/>
        </pc:sldMkLst>
      </pc:sldChg>
      <pc:sldChg chg="addSp delSp modSp mod modClrScheme chgLayout">
        <pc:chgData name="Giulia Grisot" userId="6782c791-7cd2-4a18-952a-f84de89912a6" providerId="ADAL" clId="{D2455225-22B2-48A2-8C7A-A422CE16209B}" dt="2025-06-30T08:11:58.268" v="332" actId="113"/>
        <pc:sldMkLst>
          <pc:docMk/>
          <pc:sldMk cId="0" sldId="263"/>
        </pc:sldMkLst>
        <pc:spChg chg="del mod ord">
          <ac:chgData name="Giulia Grisot" userId="6782c791-7cd2-4a18-952a-f84de89912a6" providerId="ADAL" clId="{D2455225-22B2-48A2-8C7A-A422CE16209B}" dt="2025-06-30T08:10:52.953" v="281" actId="478"/>
          <ac:spMkLst>
            <pc:docMk/>
            <pc:sldMk cId="0" sldId="263"/>
            <ac:spMk id="2" creationId="{00000000-0000-0000-0000-000000000000}"/>
          </ac:spMkLst>
        </pc:spChg>
        <pc:spChg chg="mod ord">
          <ac:chgData name="Giulia Grisot" userId="6782c791-7cd2-4a18-952a-f84de89912a6" providerId="ADAL" clId="{D2455225-22B2-48A2-8C7A-A422CE16209B}" dt="2025-06-30T08:11:27.720" v="318" actId="113"/>
          <ac:spMkLst>
            <pc:docMk/>
            <pc:sldMk cId="0" sldId="263"/>
            <ac:spMk id="3" creationId="{00000000-0000-0000-0000-000000000000}"/>
          </ac:spMkLst>
        </pc:spChg>
        <pc:spChg chg="add del mod">
          <ac:chgData name="Giulia Grisot" userId="6782c791-7cd2-4a18-952a-f84de89912a6" providerId="ADAL" clId="{D2455225-22B2-48A2-8C7A-A422CE16209B}" dt="2025-06-30T08:10:28.736" v="275" actId="478"/>
          <ac:spMkLst>
            <pc:docMk/>
            <pc:sldMk cId="0" sldId="263"/>
            <ac:spMk id="5" creationId="{63E9A4EE-137E-F22F-8B82-542F33BD7DD0}"/>
          </ac:spMkLst>
        </pc:spChg>
        <pc:spChg chg="add mod ord">
          <ac:chgData name="Giulia Grisot" userId="6782c791-7cd2-4a18-952a-f84de89912a6" providerId="ADAL" clId="{D2455225-22B2-48A2-8C7A-A422CE16209B}" dt="2025-06-30T08:11:58.268" v="332" actId="113"/>
          <ac:spMkLst>
            <pc:docMk/>
            <pc:sldMk cId="0" sldId="263"/>
            <ac:spMk id="6" creationId="{0F745FB7-1A7C-ED2A-B96A-E1DB03970360}"/>
          </ac:spMkLst>
        </pc:spChg>
        <pc:spChg chg="add mod ord">
          <ac:chgData name="Giulia Grisot" userId="6782c791-7cd2-4a18-952a-f84de89912a6" providerId="ADAL" clId="{D2455225-22B2-48A2-8C7A-A422CE16209B}" dt="2025-06-30T08:11:04.893" v="302" actId="20577"/>
          <ac:spMkLst>
            <pc:docMk/>
            <pc:sldMk cId="0" sldId="263"/>
            <ac:spMk id="7" creationId="{0F185827-E341-DBAD-8596-B7BD7293E263}"/>
          </ac:spMkLst>
        </pc:spChg>
        <pc:spChg chg="add mod ord">
          <ac:chgData name="Giulia Grisot" userId="6782c791-7cd2-4a18-952a-f84de89912a6" providerId="ADAL" clId="{D2455225-22B2-48A2-8C7A-A422CE16209B}" dt="2025-06-30T08:10:55.033" v="283"/>
          <ac:spMkLst>
            <pc:docMk/>
            <pc:sldMk cId="0" sldId="263"/>
            <ac:spMk id="8" creationId="{AFF60CC3-9826-DED4-80C1-42B4F6F9BDA9}"/>
          </ac:spMkLst>
        </pc:spChg>
      </pc:sldChg>
      <pc:sldChg chg="del">
        <pc:chgData name="Giulia Grisot" userId="6782c791-7cd2-4a18-952a-f84de89912a6" providerId="ADAL" clId="{D2455225-22B2-48A2-8C7A-A422CE16209B}" dt="2025-06-30T08:12:11.178" v="334" actId="47"/>
        <pc:sldMkLst>
          <pc:docMk/>
          <pc:sldMk cId="0" sldId="264"/>
        </pc:sldMkLst>
      </pc:sldChg>
      <pc:sldChg chg="modSp add del mod">
        <pc:chgData name="Giulia Grisot" userId="6782c791-7cd2-4a18-952a-f84de89912a6" providerId="ADAL" clId="{D2455225-22B2-48A2-8C7A-A422CE16209B}" dt="2025-06-30T08:12:06.331" v="333" actId="47"/>
        <pc:sldMkLst>
          <pc:docMk/>
          <pc:sldMk cId="0" sldId="270"/>
        </pc:sldMkLst>
        <pc:spChg chg="mod">
          <ac:chgData name="Giulia Grisot" userId="6782c791-7cd2-4a18-952a-f84de89912a6" providerId="ADAL" clId="{D2455225-22B2-48A2-8C7A-A422CE16209B}" dt="2025-06-30T08:10:11.339" v="271" actId="21"/>
          <ac:spMkLst>
            <pc:docMk/>
            <pc:sldMk cId="0" sldId="270"/>
            <ac:spMk id="3" creationId="{00000000-0000-0000-0000-000000000000}"/>
          </ac:spMkLst>
        </pc:spChg>
      </pc:sldChg>
      <pc:sldChg chg="del">
        <pc:chgData name="Giulia Grisot" userId="6782c791-7cd2-4a18-952a-f84de89912a6" providerId="ADAL" clId="{D2455225-22B2-48A2-8C7A-A422CE16209B}" dt="2025-06-30T08:17:10.730" v="370" actId="47"/>
        <pc:sldMkLst>
          <pc:docMk/>
          <pc:sldMk cId="4250314316" sldId="296"/>
        </pc:sldMkLst>
      </pc:sldChg>
      <pc:sldChg chg="del">
        <pc:chgData name="Giulia Grisot" userId="6782c791-7cd2-4a18-952a-f84de89912a6" providerId="ADAL" clId="{D2455225-22B2-48A2-8C7A-A422CE16209B}" dt="2025-06-30T08:27:17.366" v="510" actId="47"/>
        <pc:sldMkLst>
          <pc:docMk/>
          <pc:sldMk cId="726110648" sldId="303"/>
        </pc:sldMkLst>
      </pc:sldChg>
      <pc:sldChg chg="del">
        <pc:chgData name="Giulia Grisot" userId="6782c791-7cd2-4a18-952a-f84de89912a6" providerId="ADAL" clId="{D2455225-22B2-48A2-8C7A-A422CE16209B}" dt="2025-06-30T08:13:12.802" v="335" actId="47"/>
        <pc:sldMkLst>
          <pc:docMk/>
          <pc:sldMk cId="2432253054" sldId="344"/>
        </pc:sldMkLst>
      </pc:sldChg>
      <pc:sldChg chg="addSp modSp mod modClrScheme chgLayout">
        <pc:chgData name="Giulia Grisot" userId="6782c791-7cd2-4a18-952a-f84de89912a6" providerId="ADAL" clId="{D2455225-22B2-48A2-8C7A-A422CE16209B}" dt="2025-06-30T08:15:29.668" v="339" actId="26606"/>
        <pc:sldMkLst>
          <pc:docMk/>
          <pc:sldMk cId="920498463" sldId="362"/>
        </pc:sldMkLst>
        <pc:spChg chg="mod">
          <ac:chgData name="Giulia Grisot" userId="6782c791-7cd2-4a18-952a-f84de89912a6" providerId="ADAL" clId="{D2455225-22B2-48A2-8C7A-A422CE16209B}" dt="2025-06-30T08:15:29.668" v="339" actId="26606"/>
          <ac:spMkLst>
            <pc:docMk/>
            <pc:sldMk cId="920498463" sldId="362"/>
            <ac:spMk id="7170" creationId="{32750BD7-E7A3-4B2F-FD19-759DC5BE6F44}"/>
          </ac:spMkLst>
        </pc:spChg>
        <pc:spChg chg="add mod">
          <ac:chgData name="Giulia Grisot" userId="6782c791-7cd2-4a18-952a-f84de89912a6" providerId="ADAL" clId="{D2455225-22B2-48A2-8C7A-A422CE16209B}" dt="2025-06-30T08:15:29.668" v="339" actId="26606"/>
          <ac:spMkLst>
            <pc:docMk/>
            <pc:sldMk cId="920498463" sldId="362"/>
            <ac:spMk id="7176" creationId="{0EB61AE8-01BD-B904-FC4A-CC34834D30A0}"/>
          </ac:spMkLst>
        </pc:spChg>
        <pc:spChg chg="add mod">
          <ac:chgData name="Giulia Grisot" userId="6782c791-7cd2-4a18-952a-f84de89912a6" providerId="ADAL" clId="{D2455225-22B2-48A2-8C7A-A422CE16209B}" dt="2025-06-30T08:15:29.668" v="339" actId="26606"/>
          <ac:spMkLst>
            <pc:docMk/>
            <pc:sldMk cId="920498463" sldId="362"/>
            <ac:spMk id="7178" creationId="{631D2832-F03B-F3A1-827B-80428D89EAF7}"/>
          </ac:spMkLst>
        </pc:spChg>
        <pc:spChg chg="add mod">
          <ac:chgData name="Giulia Grisot" userId="6782c791-7cd2-4a18-952a-f84de89912a6" providerId="ADAL" clId="{D2455225-22B2-48A2-8C7A-A422CE16209B}" dt="2025-06-30T08:15:29.668" v="339" actId="26606"/>
          <ac:spMkLst>
            <pc:docMk/>
            <pc:sldMk cId="920498463" sldId="362"/>
            <ac:spMk id="7180" creationId="{E19D4A83-1289-E6FA-760D-F9DDAE666A2A}"/>
          </ac:spMkLst>
        </pc:spChg>
        <pc:picChg chg="mod">
          <ac:chgData name="Giulia Grisot" userId="6782c791-7cd2-4a18-952a-f84de89912a6" providerId="ADAL" clId="{D2455225-22B2-48A2-8C7A-A422CE16209B}" dt="2025-06-30T08:15:29.668" v="339" actId="26606"/>
          <ac:picMkLst>
            <pc:docMk/>
            <pc:sldMk cId="920498463" sldId="362"/>
            <ac:picMk id="7171" creationId="{E046EC32-1B20-7314-6705-77354984C95D}"/>
          </ac:picMkLst>
        </pc:picChg>
      </pc:sldChg>
      <pc:sldChg chg="modSp mod chgLayout">
        <pc:chgData name="Giulia Grisot" userId="6782c791-7cd2-4a18-952a-f84de89912a6" providerId="ADAL" clId="{D2455225-22B2-48A2-8C7A-A422CE16209B}" dt="2025-06-30T08:17:00.672" v="369" actId="27636"/>
        <pc:sldMkLst>
          <pc:docMk/>
          <pc:sldMk cId="3459533762" sldId="385"/>
        </pc:sldMkLst>
        <pc:spChg chg="mod ord">
          <ac:chgData name="Giulia Grisot" userId="6782c791-7cd2-4a18-952a-f84de89912a6" providerId="ADAL" clId="{D2455225-22B2-48A2-8C7A-A422CE16209B}" dt="2025-06-30T08:17:00.672" v="368" actId="27636"/>
          <ac:spMkLst>
            <pc:docMk/>
            <pc:sldMk cId="3459533762" sldId="385"/>
            <ac:spMk id="4" creationId="{5A62E6FF-5E35-8F6F-CA9E-DA270F9D43C8}"/>
          </ac:spMkLst>
        </pc:spChg>
        <pc:spChg chg="mod ord">
          <ac:chgData name="Giulia Grisot" userId="6782c791-7cd2-4a18-952a-f84de89912a6" providerId="ADAL" clId="{D2455225-22B2-48A2-8C7A-A422CE16209B}" dt="2025-06-30T08:16:42.251" v="361" actId="700"/>
          <ac:spMkLst>
            <pc:docMk/>
            <pc:sldMk cId="3459533762" sldId="385"/>
            <ac:spMk id="6146" creationId="{16F26B30-65DA-0A5A-B9FA-9C288324D1AA}"/>
          </ac:spMkLst>
        </pc:spChg>
        <pc:spChg chg="mod ord">
          <ac:chgData name="Giulia Grisot" userId="6782c791-7cd2-4a18-952a-f84de89912a6" providerId="ADAL" clId="{D2455225-22B2-48A2-8C7A-A422CE16209B}" dt="2025-06-30T08:17:00.672" v="369" actId="27636"/>
          <ac:spMkLst>
            <pc:docMk/>
            <pc:sldMk cId="3459533762" sldId="385"/>
            <ac:spMk id="6147" creationId="{B82524F7-DDE1-F0AD-0108-2C2FE5CDC225}"/>
          </ac:spMkLst>
        </pc:spChg>
      </pc:sldChg>
      <pc:sldChg chg="modSp mod">
        <pc:chgData name="Giulia Grisot" userId="6782c791-7cd2-4a18-952a-f84de89912a6" providerId="ADAL" clId="{D2455225-22B2-48A2-8C7A-A422CE16209B}" dt="2025-06-30T08:27:41.948" v="514" actId="113"/>
        <pc:sldMkLst>
          <pc:docMk/>
          <pc:sldMk cId="1684396966" sldId="554"/>
        </pc:sldMkLst>
        <pc:spChg chg="mod">
          <ac:chgData name="Giulia Grisot" userId="6782c791-7cd2-4a18-952a-f84de89912a6" providerId="ADAL" clId="{D2455225-22B2-48A2-8C7A-A422CE16209B}" dt="2025-06-30T08:27:41.948" v="514" actId="113"/>
          <ac:spMkLst>
            <pc:docMk/>
            <pc:sldMk cId="1684396966" sldId="554"/>
            <ac:spMk id="6" creationId="{5DF808DF-6E77-5143-B319-FE6B8076B210}"/>
          </ac:spMkLst>
        </pc:spChg>
      </pc:sldChg>
      <pc:sldChg chg="addSp modSp mod modAnim">
        <pc:chgData name="Giulia Grisot" userId="6782c791-7cd2-4a18-952a-f84de89912a6" providerId="ADAL" clId="{D2455225-22B2-48A2-8C7A-A422CE16209B}" dt="2025-06-30T08:05:25.621" v="99" actId="1076"/>
        <pc:sldMkLst>
          <pc:docMk/>
          <pc:sldMk cId="2237205942" sldId="564"/>
        </pc:sldMkLst>
        <pc:spChg chg="mod">
          <ac:chgData name="Giulia Grisot" userId="6782c791-7cd2-4a18-952a-f84de89912a6" providerId="ADAL" clId="{D2455225-22B2-48A2-8C7A-A422CE16209B}" dt="2025-06-30T08:01:28.567" v="14" actId="27636"/>
          <ac:spMkLst>
            <pc:docMk/>
            <pc:sldMk cId="2237205942" sldId="564"/>
            <ac:spMk id="2" creationId="{4F1EB2D3-F53E-5F0E-B177-1E8206261989}"/>
          </ac:spMkLst>
        </pc:spChg>
        <pc:spChg chg="mod">
          <ac:chgData name="Giulia Grisot" userId="6782c791-7cd2-4a18-952a-f84de89912a6" providerId="ADAL" clId="{D2455225-22B2-48A2-8C7A-A422CE16209B}" dt="2025-06-30T08:01:32.126" v="16" actId="27636"/>
          <ac:spMkLst>
            <pc:docMk/>
            <pc:sldMk cId="2237205942" sldId="564"/>
            <ac:spMk id="3" creationId="{229FF725-2B2E-B7DF-22C5-38959E4C6E05}"/>
          </ac:spMkLst>
        </pc:spChg>
        <pc:spChg chg="mod">
          <ac:chgData name="Giulia Grisot" userId="6782c791-7cd2-4a18-952a-f84de89912a6" providerId="ADAL" clId="{D2455225-22B2-48A2-8C7A-A422CE16209B}" dt="2025-06-30T08:04:38.774" v="64" actId="20577"/>
          <ac:spMkLst>
            <pc:docMk/>
            <pc:sldMk cId="2237205942" sldId="564"/>
            <ac:spMk id="5" creationId="{93913498-46AC-1B37-67E5-A49F4AB44271}"/>
          </ac:spMkLst>
        </pc:spChg>
        <pc:picChg chg="add mod">
          <ac:chgData name="Giulia Grisot" userId="6782c791-7cd2-4a18-952a-f84de89912a6" providerId="ADAL" clId="{D2455225-22B2-48A2-8C7A-A422CE16209B}" dt="2025-06-30T08:05:23.331" v="98" actId="1076"/>
          <ac:picMkLst>
            <pc:docMk/>
            <pc:sldMk cId="2237205942" sldId="564"/>
            <ac:picMk id="6" creationId="{C86CC3C8-D317-D764-ADDA-AACA54C7948A}"/>
          </ac:picMkLst>
        </pc:picChg>
        <pc:picChg chg="add mod">
          <ac:chgData name="Giulia Grisot" userId="6782c791-7cd2-4a18-952a-f84de89912a6" providerId="ADAL" clId="{D2455225-22B2-48A2-8C7A-A422CE16209B}" dt="2025-06-30T08:05:20.625" v="97" actId="1076"/>
          <ac:picMkLst>
            <pc:docMk/>
            <pc:sldMk cId="2237205942" sldId="564"/>
            <ac:picMk id="7" creationId="{73C67DF4-1552-194A-75CA-E083B3C2F973}"/>
          </ac:picMkLst>
        </pc:picChg>
        <pc:picChg chg="add mod">
          <ac:chgData name="Giulia Grisot" userId="6782c791-7cd2-4a18-952a-f84de89912a6" providerId="ADAL" clId="{D2455225-22B2-48A2-8C7A-A422CE16209B}" dt="2025-06-30T08:05:25.621" v="99" actId="1076"/>
          <ac:picMkLst>
            <pc:docMk/>
            <pc:sldMk cId="2237205942" sldId="564"/>
            <ac:picMk id="8" creationId="{D5F37DFF-3747-3D63-4304-5ED0EB6671AE}"/>
          </ac:picMkLst>
        </pc:picChg>
      </pc:sldChg>
      <pc:sldChg chg="modSp mod modAnim">
        <pc:chgData name="Giulia Grisot" userId="6782c791-7cd2-4a18-952a-f84de89912a6" providerId="ADAL" clId="{D2455225-22B2-48A2-8C7A-A422CE16209B}" dt="2025-06-30T08:09:33.326" v="268" actId="20577"/>
        <pc:sldMkLst>
          <pc:docMk/>
          <pc:sldMk cId="1626434617" sldId="568"/>
        </pc:sldMkLst>
        <pc:spChg chg="mod">
          <ac:chgData name="Giulia Grisot" userId="6782c791-7cd2-4a18-952a-f84de89912a6" providerId="ADAL" clId="{D2455225-22B2-48A2-8C7A-A422CE16209B}" dt="2025-06-30T08:09:33.326" v="268" actId="20577"/>
          <ac:spMkLst>
            <pc:docMk/>
            <pc:sldMk cId="1626434617" sldId="568"/>
            <ac:spMk id="17" creationId="{4476B35A-A916-4558-819A-B5BAC646B01C}"/>
          </ac:spMkLst>
        </pc:spChg>
      </pc:sldChg>
      <pc:sldChg chg="ord">
        <pc:chgData name="Giulia Grisot" userId="6782c791-7cd2-4a18-952a-f84de89912a6" providerId="ADAL" clId="{D2455225-22B2-48A2-8C7A-A422CE16209B}" dt="2025-06-30T08:24:55.729" v="496"/>
        <pc:sldMkLst>
          <pc:docMk/>
          <pc:sldMk cId="3392011692" sldId="571"/>
        </pc:sldMkLst>
      </pc:sldChg>
      <pc:sldChg chg="del">
        <pc:chgData name="Giulia Grisot" userId="6782c791-7cd2-4a18-952a-f84de89912a6" providerId="ADAL" clId="{D2455225-22B2-48A2-8C7A-A422CE16209B}" dt="2025-06-30T08:26:51.656" v="509" actId="47"/>
        <pc:sldMkLst>
          <pc:docMk/>
          <pc:sldMk cId="578970013" sldId="573"/>
        </pc:sldMkLst>
      </pc:sldChg>
      <pc:sldChg chg="ord">
        <pc:chgData name="Giulia Grisot" userId="6782c791-7cd2-4a18-952a-f84de89912a6" providerId="ADAL" clId="{D2455225-22B2-48A2-8C7A-A422CE16209B}" dt="2025-06-30T08:26:46.092" v="508"/>
        <pc:sldMkLst>
          <pc:docMk/>
          <pc:sldMk cId="0" sldId="576"/>
        </pc:sldMkLst>
      </pc:sldChg>
      <pc:sldChg chg="add del">
        <pc:chgData name="Giulia Grisot" userId="6782c791-7cd2-4a18-952a-f84de89912a6" providerId="ADAL" clId="{D2455225-22B2-48A2-8C7A-A422CE16209B}" dt="2025-06-30T08:05:29.359" v="100" actId="47"/>
        <pc:sldMkLst>
          <pc:docMk/>
          <pc:sldMk cId="0" sldId="580"/>
        </pc:sldMkLst>
      </pc:sldChg>
      <pc:sldChg chg="addSp delSp modSp mod modClrScheme chgLayout">
        <pc:chgData name="Giulia Grisot" userId="6782c791-7cd2-4a18-952a-f84de89912a6" providerId="ADAL" clId="{D2455225-22B2-48A2-8C7A-A422CE16209B}" dt="2025-06-30T08:15:25.111" v="338" actId="26606"/>
        <pc:sldMkLst>
          <pc:docMk/>
          <pc:sldMk cId="3702791821" sldId="582"/>
        </pc:sldMkLst>
        <pc:spChg chg="add del mod">
          <ac:chgData name="Giulia Grisot" userId="6782c791-7cd2-4a18-952a-f84de89912a6" providerId="ADAL" clId="{D2455225-22B2-48A2-8C7A-A422CE16209B}" dt="2025-06-30T08:15:25.111" v="338" actId="26606"/>
          <ac:spMkLst>
            <pc:docMk/>
            <pc:sldMk cId="3702791821" sldId="582"/>
            <ac:spMk id="3" creationId="{FA4FB6FA-9B1F-109D-68CC-949668CD331F}"/>
          </ac:spMkLst>
        </pc:spChg>
        <pc:spChg chg="del">
          <ac:chgData name="Giulia Grisot" userId="6782c791-7cd2-4a18-952a-f84de89912a6" providerId="ADAL" clId="{D2455225-22B2-48A2-8C7A-A422CE16209B}" dt="2025-06-30T08:15:19.970" v="336" actId="478"/>
          <ac:spMkLst>
            <pc:docMk/>
            <pc:sldMk cId="3702791821" sldId="582"/>
            <ac:spMk id="425" creationId="{00000000-0000-0000-0000-000000000000}"/>
          </ac:spMkLst>
        </pc:spChg>
        <pc:spChg chg="mod">
          <ac:chgData name="Giulia Grisot" userId="6782c791-7cd2-4a18-952a-f84de89912a6" providerId="ADAL" clId="{D2455225-22B2-48A2-8C7A-A422CE16209B}" dt="2025-06-30T08:15:25.111" v="338" actId="26606"/>
          <ac:spMkLst>
            <pc:docMk/>
            <pc:sldMk cId="3702791821" sldId="582"/>
            <ac:spMk id="428" creationId="{00000000-0000-0000-0000-000000000000}"/>
          </ac:spMkLst>
        </pc:spChg>
        <pc:spChg chg="add mod">
          <ac:chgData name="Giulia Grisot" userId="6782c791-7cd2-4a18-952a-f84de89912a6" providerId="ADAL" clId="{D2455225-22B2-48A2-8C7A-A422CE16209B}" dt="2025-06-30T08:15:25.111" v="338" actId="26606"/>
          <ac:spMkLst>
            <pc:docMk/>
            <pc:sldMk cId="3702791821" sldId="582"/>
            <ac:spMk id="1031" creationId="{95E8BDC4-4154-51E9-F837-94F3941F17EE}"/>
          </ac:spMkLst>
        </pc:spChg>
        <pc:spChg chg="add mod">
          <ac:chgData name="Giulia Grisot" userId="6782c791-7cd2-4a18-952a-f84de89912a6" providerId="ADAL" clId="{D2455225-22B2-48A2-8C7A-A422CE16209B}" dt="2025-06-30T08:15:25.111" v="338" actId="26606"/>
          <ac:spMkLst>
            <pc:docMk/>
            <pc:sldMk cId="3702791821" sldId="582"/>
            <ac:spMk id="1033" creationId="{D013ECCE-5434-6B7D-C8CD-D2E8BCEDEC50}"/>
          </ac:spMkLst>
        </pc:spChg>
        <pc:spChg chg="add mod">
          <ac:chgData name="Giulia Grisot" userId="6782c791-7cd2-4a18-952a-f84de89912a6" providerId="ADAL" clId="{D2455225-22B2-48A2-8C7A-A422CE16209B}" dt="2025-06-30T08:15:25.111" v="338" actId="26606"/>
          <ac:spMkLst>
            <pc:docMk/>
            <pc:sldMk cId="3702791821" sldId="582"/>
            <ac:spMk id="1035" creationId="{B2BB7166-FB67-9802-CBF8-B1B3A4D855FC}"/>
          </ac:spMkLst>
        </pc:spChg>
        <pc:picChg chg="del">
          <ac:chgData name="Giulia Grisot" userId="6782c791-7cd2-4a18-952a-f84de89912a6" providerId="ADAL" clId="{D2455225-22B2-48A2-8C7A-A422CE16209B}" dt="2025-06-30T08:15:19.970" v="336" actId="478"/>
          <ac:picMkLst>
            <pc:docMk/>
            <pc:sldMk cId="3702791821" sldId="582"/>
            <ac:picMk id="426" creationId="{00000000-0000-0000-0000-000000000000}"/>
          </ac:picMkLst>
        </pc:picChg>
        <pc:picChg chg="del">
          <ac:chgData name="Giulia Grisot" userId="6782c791-7cd2-4a18-952a-f84de89912a6" providerId="ADAL" clId="{D2455225-22B2-48A2-8C7A-A422CE16209B}" dt="2025-06-30T08:15:19.970" v="336" actId="478"/>
          <ac:picMkLst>
            <pc:docMk/>
            <pc:sldMk cId="3702791821" sldId="582"/>
            <ac:picMk id="427" creationId="{00000000-0000-0000-0000-000000000000}"/>
          </ac:picMkLst>
        </pc:picChg>
        <pc:picChg chg="add mod">
          <ac:chgData name="Giulia Grisot" userId="6782c791-7cd2-4a18-952a-f84de89912a6" providerId="ADAL" clId="{D2455225-22B2-48A2-8C7A-A422CE16209B}" dt="2025-06-30T08:15:25.111" v="338" actId="26606"/>
          <ac:picMkLst>
            <pc:docMk/>
            <pc:sldMk cId="3702791821" sldId="582"/>
            <ac:picMk id="1026" creationId="{60895468-9F31-F4F4-C9A9-3FF736623FBC}"/>
          </ac:picMkLst>
        </pc:picChg>
      </pc:sldChg>
      <pc:sldChg chg="modSp add mod">
        <pc:chgData name="Giulia Grisot" userId="6782c791-7cd2-4a18-952a-f84de89912a6" providerId="ADAL" clId="{D2455225-22B2-48A2-8C7A-A422CE16209B}" dt="2025-06-30T08:17:56.048" v="374" actId="13926"/>
        <pc:sldMkLst>
          <pc:docMk/>
          <pc:sldMk cId="4125265664" sldId="583"/>
        </pc:sldMkLst>
        <pc:spChg chg="mod">
          <ac:chgData name="Giulia Grisot" userId="6782c791-7cd2-4a18-952a-f84de89912a6" providerId="ADAL" clId="{D2455225-22B2-48A2-8C7A-A422CE16209B}" dt="2025-06-30T08:17:56.048" v="374" actId="13926"/>
          <ac:spMkLst>
            <pc:docMk/>
            <pc:sldMk cId="4125265664" sldId="583"/>
            <ac:spMk id="190" creationId="{55D88EF8-443D-DA3A-AE44-C6550B52504E}"/>
          </ac:spMkLst>
        </pc:spChg>
        <pc:spChg chg="mod">
          <ac:chgData name="Giulia Grisot" userId="6782c791-7cd2-4a18-952a-f84de89912a6" providerId="ADAL" clId="{D2455225-22B2-48A2-8C7A-A422CE16209B}" dt="2025-06-30T08:17:53.589" v="373" actId="13926"/>
          <ac:spMkLst>
            <pc:docMk/>
            <pc:sldMk cId="4125265664" sldId="583"/>
            <ac:spMk id="191" creationId="{CE65D5A7-672A-D03A-BED2-07E78F3BB413}"/>
          </ac:spMkLst>
        </pc:spChg>
      </pc:sldChg>
      <pc:sldChg chg="modSp add mod">
        <pc:chgData name="Giulia Grisot" userId="6782c791-7cd2-4a18-952a-f84de89912a6" providerId="ADAL" clId="{D2455225-22B2-48A2-8C7A-A422CE16209B}" dt="2025-06-30T08:25:47.840" v="503" actId="13926"/>
        <pc:sldMkLst>
          <pc:docMk/>
          <pc:sldMk cId="3763322416" sldId="584"/>
        </pc:sldMkLst>
        <pc:spChg chg="mod">
          <ac:chgData name="Giulia Grisot" userId="6782c791-7cd2-4a18-952a-f84de89912a6" providerId="ADAL" clId="{D2455225-22B2-48A2-8C7A-A422CE16209B}" dt="2025-06-30T08:25:41.195" v="502" actId="13926"/>
          <ac:spMkLst>
            <pc:docMk/>
            <pc:sldMk cId="3763322416" sldId="584"/>
            <ac:spMk id="190" creationId="{73EE8F33-40C0-15BB-6FCE-76536668BFE2}"/>
          </ac:spMkLst>
        </pc:spChg>
        <pc:spChg chg="mod">
          <ac:chgData name="Giulia Grisot" userId="6782c791-7cd2-4a18-952a-f84de89912a6" providerId="ADAL" clId="{D2455225-22B2-48A2-8C7A-A422CE16209B}" dt="2025-06-30T08:25:47.840" v="503" actId="13926"/>
          <ac:spMkLst>
            <pc:docMk/>
            <pc:sldMk cId="3763322416" sldId="584"/>
            <ac:spMk id="191" creationId="{1263184F-EE02-85B6-C403-E902B0368CB7}"/>
          </ac:spMkLst>
        </pc:spChg>
      </pc:sldChg>
      <pc:sldChg chg="addSp delSp modSp new del mod modClrScheme chgLayout">
        <pc:chgData name="Giulia Grisot" userId="6782c791-7cd2-4a18-952a-f84de89912a6" providerId="ADAL" clId="{D2455225-22B2-48A2-8C7A-A422CE16209B}" dt="2025-06-30T08:19:58.691" v="387" actId="47"/>
        <pc:sldMkLst>
          <pc:docMk/>
          <pc:sldMk cId="1963072670" sldId="585"/>
        </pc:sldMkLst>
        <pc:spChg chg="del mod ord">
          <ac:chgData name="Giulia Grisot" userId="6782c791-7cd2-4a18-952a-f84de89912a6" providerId="ADAL" clId="{D2455225-22B2-48A2-8C7A-A422CE16209B}" dt="2025-06-30T08:19:18.591" v="377" actId="700"/>
          <ac:spMkLst>
            <pc:docMk/>
            <pc:sldMk cId="1963072670" sldId="585"/>
            <ac:spMk id="2" creationId="{E2432C67-0840-3183-D79C-D259981E91AD}"/>
          </ac:spMkLst>
        </pc:spChg>
        <pc:spChg chg="del">
          <ac:chgData name="Giulia Grisot" userId="6782c791-7cd2-4a18-952a-f84de89912a6" providerId="ADAL" clId="{D2455225-22B2-48A2-8C7A-A422CE16209B}" dt="2025-06-30T08:19:18.591" v="377" actId="700"/>
          <ac:spMkLst>
            <pc:docMk/>
            <pc:sldMk cId="1963072670" sldId="585"/>
            <ac:spMk id="3" creationId="{CD07DE58-6FD0-E524-95AF-491BA930ED4A}"/>
          </ac:spMkLst>
        </pc:spChg>
        <pc:spChg chg="mod ord">
          <ac:chgData name="Giulia Grisot" userId="6782c791-7cd2-4a18-952a-f84de89912a6" providerId="ADAL" clId="{D2455225-22B2-48A2-8C7A-A422CE16209B}" dt="2025-06-30T08:19:56.602" v="386" actId="6264"/>
          <ac:spMkLst>
            <pc:docMk/>
            <pc:sldMk cId="1963072670" sldId="585"/>
            <ac:spMk id="4" creationId="{A05DB6A0-6A0F-96DA-E8FA-BD4C60308E0C}"/>
          </ac:spMkLst>
        </pc:spChg>
        <pc:spChg chg="mod ord">
          <ac:chgData name="Giulia Grisot" userId="6782c791-7cd2-4a18-952a-f84de89912a6" providerId="ADAL" clId="{D2455225-22B2-48A2-8C7A-A422CE16209B}" dt="2025-06-30T08:19:56.602" v="386" actId="6264"/>
          <ac:spMkLst>
            <pc:docMk/>
            <pc:sldMk cId="1963072670" sldId="585"/>
            <ac:spMk id="5" creationId="{A203C5B4-D5C1-3944-7F93-95E375A07BFA}"/>
          </ac:spMkLst>
        </pc:spChg>
        <pc:spChg chg="mod ord">
          <ac:chgData name="Giulia Grisot" userId="6782c791-7cd2-4a18-952a-f84de89912a6" providerId="ADAL" clId="{D2455225-22B2-48A2-8C7A-A422CE16209B}" dt="2025-06-30T08:19:56.602" v="386" actId="6264"/>
          <ac:spMkLst>
            <pc:docMk/>
            <pc:sldMk cId="1963072670" sldId="585"/>
            <ac:spMk id="6" creationId="{C21A3745-C6B5-D110-419A-88D9B43DA480}"/>
          </ac:spMkLst>
        </pc:spChg>
        <pc:spChg chg="add del mod ord">
          <ac:chgData name="Giulia Grisot" userId="6782c791-7cd2-4a18-952a-f84de89912a6" providerId="ADAL" clId="{D2455225-22B2-48A2-8C7A-A422CE16209B}" dt="2025-06-30T08:19:19.293" v="378"/>
          <ac:spMkLst>
            <pc:docMk/>
            <pc:sldMk cId="1963072670" sldId="585"/>
            <ac:spMk id="7" creationId="{F0A93062-CDEA-1D09-0972-F19EEA107B10}"/>
          </ac:spMkLst>
        </pc:spChg>
        <pc:spChg chg="add mod ord">
          <ac:chgData name="Giulia Grisot" userId="6782c791-7cd2-4a18-952a-f84de89912a6" providerId="ADAL" clId="{D2455225-22B2-48A2-8C7A-A422CE16209B}" dt="2025-06-30T08:19:56.602" v="386" actId="6264"/>
          <ac:spMkLst>
            <pc:docMk/>
            <pc:sldMk cId="1963072670" sldId="585"/>
            <ac:spMk id="8" creationId="{5AF33BDF-7D06-B326-716E-C58BFBC79D33}"/>
          </ac:spMkLst>
        </pc:spChg>
        <pc:spChg chg="add del mod">
          <ac:chgData name="Giulia Grisot" userId="6782c791-7cd2-4a18-952a-f84de89912a6" providerId="ADAL" clId="{D2455225-22B2-48A2-8C7A-A422CE16209B}" dt="2025-06-30T08:19:33.655" v="380" actId="6264"/>
          <ac:spMkLst>
            <pc:docMk/>
            <pc:sldMk cId="1963072670" sldId="585"/>
            <ac:spMk id="9" creationId="{ED2FAC7D-24E3-5903-9E55-6574C95C2980}"/>
          </ac:spMkLst>
        </pc:spChg>
        <pc:spChg chg="add del mod">
          <ac:chgData name="Giulia Grisot" userId="6782c791-7cd2-4a18-952a-f84de89912a6" providerId="ADAL" clId="{D2455225-22B2-48A2-8C7A-A422CE16209B}" dt="2025-06-30T08:19:33.655" v="380" actId="6264"/>
          <ac:spMkLst>
            <pc:docMk/>
            <pc:sldMk cId="1963072670" sldId="585"/>
            <ac:spMk id="10" creationId="{36249006-1E0D-29A7-4CB6-74240CC5CD3D}"/>
          </ac:spMkLst>
        </pc:spChg>
        <pc:spChg chg="add del mod">
          <ac:chgData name="Giulia Grisot" userId="6782c791-7cd2-4a18-952a-f84de89912a6" providerId="ADAL" clId="{D2455225-22B2-48A2-8C7A-A422CE16209B}" dt="2025-06-30T08:19:33.655" v="380" actId="6264"/>
          <ac:spMkLst>
            <pc:docMk/>
            <pc:sldMk cId="1963072670" sldId="585"/>
            <ac:spMk id="11" creationId="{FCEDD682-733D-8DD7-9545-F47C875D66C4}"/>
          </ac:spMkLst>
        </pc:spChg>
        <pc:spChg chg="add del mod">
          <ac:chgData name="Giulia Grisot" userId="6782c791-7cd2-4a18-952a-f84de89912a6" providerId="ADAL" clId="{D2455225-22B2-48A2-8C7A-A422CE16209B}" dt="2025-06-30T08:19:33.655" v="380" actId="6264"/>
          <ac:spMkLst>
            <pc:docMk/>
            <pc:sldMk cId="1963072670" sldId="585"/>
            <ac:spMk id="12" creationId="{F236C9DC-4847-E45F-2E10-01F53758657A}"/>
          </ac:spMkLst>
        </pc:spChg>
        <pc:spChg chg="add mod ord">
          <ac:chgData name="Giulia Grisot" userId="6782c791-7cd2-4a18-952a-f84de89912a6" providerId="ADAL" clId="{D2455225-22B2-48A2-8C7A-A422CE16209B}" dt="2025-06-30T08:19:56.602" v="386" actId="6264"/>
          <ac:spMkLst>
            <pc:docMk/>
            <pc:sldMk cId="1963072670" sldId="585"/>
            <ac:spMk id="13" creationId="{72F4ED81-D408-873D-590A-74751F5BAD13}"/>
          </ac:spMkLst>
        </pc:spChg>
        <pc:spChg chg="add del mod">
          <ac:chgData name="Giulia Grisot" userId="6782c791-7cd2-4a18-952a-f84de89912a6" providerId="ADAL" clId="{D2455225-22B2-48A2-8C7A-A422CE16209B}" dt="2025-06-30T08:19:56.602" v="386" actId="6264"/>
          <ac:spMkLst>
            <pc:docMk/>
            <pc:sldMk cId="1963072670" sldId="585"/>
            <ac:spMk id="14" creationId="{3AAD3288-0615-144A-E483-0B5901C987A2}"/>
          </ac:spMkLst>
        </pc:spChg>
        <pc:spChg chg="add del mod">
          <ac:chgData name="Giulia Grisot" userId="6782c791-7cd2-4a18-952a-f84de89912a6" providerId="ADAL" clId="{D2455225-22B2-48A2-8C7A-A422CE16209B}" dt="2025-06-30T08:19:56.602" v="386" actId="6264"/>
          <ac:spMkLst>
            <pc:docMk/>
            <pc:sldMk cId="1963072670" sldId="585"/>
            <ac:spMk id="15" creationId="{C956D2BE-CF32-E727-4FDE-5A3F3888D67E}"/>
          </ac:spMkLst>
        </pc:spChg>
        <pc:spChg chg="add del mod">
          <ac:chgData name="Giulia Grisot" userId="6782c791-7cd2-4a18-952a-f84de89912a6" providerId="ADAL" clId="{D2455225-22B2-48A2-8C7A-A422CE16209B}" dt="2025-06-30T08:19:56.602" v="386" actId="6264"/>
          <ac:spMkLst>
            <pc:docMk/>
            <pc:sldMk cId="1963072670" sldId="585"/>
            <ac:spMk id="16" creationId="{31B25A21-D7F2-0536-D1AF-F4B7491C8F01}"/>
          </ac:spMkLst>
        </pc:spChg>
        <pc:spChg chg="add del mod">
          <ac:chgData name="Giulia Grisot" userId="6782c791-7cd2-4a18-952a-f84de89912a6" providerId="ADAL" clId="{D2455225-22B2-48A2-8C7A-A422CE16209B}" dt="2025-06-30T08:19:56.602" v="386" actId="6264"/>
          <ac:spMkLst>
            <pc:docMk/>
            <pc:sldMk cId="1963072670" sldId="585"/>
            <ac:spMk id="17" creationId="{DE4A0079-6436-2878-4A18-80AAB3636062}"/>
          </ac:spMkLst>
        </pc:spChg>
        <pc:spChg chg="add del mod">
          <ac:chgData name="Giulia Grisot" userId="6782c791-7cd2-4a18-952a-f84de89912a6" providerId="ADAL" clId="{D2455225-22B2-48A2-8C7A-A422CE16209B}" dt="2025-06-30T08:19:56.602" v="386" actId="6264"/>
          <ac:spMkLst>
            <pc:docMk/>
            <pc:sldMk cId="1963072670" sldId="585"/>
            <ac:spMk id="18" creationId="{04D7E4DB-8F52-CCB3-F723-729E362B463C}"/>
          </ac:spMkLst>
        </pc:spChg>
      </pc:sldChg>
      <pc:sldChg chg="addSp modSp new mod">
        <pc:chgData name="Giulia Grisot" userId="6782c791-7cd2-4a18-952a-f84de89912a6" providerId="ADAL" clId="{D2455225-22B2-48A2-8C7A-A422CE16209B}" dt="2025-06-30T08:22:38.190" v="444" actId="20577"/>
        <pc:sldMkLst>
          <pc:docMk/>
          <pc:sldMk cId="2491965696" sldId="585"/>
        </pc:sldMkLst>
        <pc:spChg chg="mod">
          <ac:chgData name="Giulia Grisot" userId="6782c791-7cd2-4a18-952a-f84de89912a6" providerId="ADAL" clId="{D2455225-22B2-48A2-8C7A-A422CE16209B}" dt="2025-06-30T08:20:23.842" v="419" actId="20577"/>
          <ac:spMkLst>
            <pc:docMk/>
            <pc:sldMk cId="2491965696" sldId="585"/>
            <ac:spMk id="2" creationId="{259D1C0C-0F7C-C07D-8E67-E32C660356FD}"/>
          </ac:spMkLst>
        </pc:spChg>
        <pc:spChg chg="mod">
          <ac:chgData name="Giulia Grisot" userId="6782c791-7cd2-4a18-952a-f84de89912a6" providerId="ADAL" clId="{D2455225-22B2-48A2-8C7A-A422CE16209B}" dt="2025-06-30T08:22:38.190" v="444" actId="20577"/>
          <ac:spMkLst>
            <pc:docMk/>
            <pc:sldMk cId="2491965696" sldId="585"/>
            <ac:spMk id="3" creationId="{29D62438-2A90-7AB7-7B5B-72F2A3D0D332}"/>
          </ac:spMkLst>
        </pc:spChg>
        <pc:spChg chg="add">
          <ac:chgData name="Giulia Grisot" userId="6782c791-7cd2-4a18-952a-f84de89912a6" providerId="ADAL" clId="{D2455225-22B2-48A2-8C7A-A422CE16209B}" dt="2025-06-30T08:22:05.532" v="436"/>
          <ac:spMkLst>
            <pc:docMk/>
            <pc:sldMk cId="2491965696" sldId="585"/>
            <ac:spMk id="7" creationId="{26CEB1CE-B7DE-E462-CA8A-D5D478D0DFCF}"/>
          </ac:spMkLst>
        </pc:spChg>
        <pc:spChg chg="add">
          <ac:chgData name="Giulia Grisot" userId="6782c791-7cd2-4a18-952a-f84de89912a6" providerId="ADAL" clId="{D2455225-22B2-48A2-8C7A-A422CE16209B}" dt="2025-06-30T08:22:12.984" v="437"/>
          <ac:spMkLst>
            <pc:docMk/>
            <pc:sldMk cId="2491965696" sldId="585"/>
            <ac:spMk id="8" creationId="{2DE3C605-3419-32F9-1407-F9DBCBEE804D}"/>
          </ac:spMkLst>
        </pc:spChg>
      </pc:sldChg>
      <pc:sldChg chg="addSp delSp modSp new mod modClrScheme chgLayout">
        <pc:chgData name="Giulia Grisot" userId="6782c791-7cd2-4a18-952a-f84de89912a6" providerId="ADAL" clId="{D2455225-22B2-48A2-8C7A-A422CE16209B}" dt="2025-06-30T08:24:36.762" v="494" actId="20577"/>
        <pc:sldMkLst>
          <pc:docMk/>
          <pc:sldMk cId="1609271172" sldId="586"/>
        </pc:sldMkLst>
        <pc:spChg chg="del">
          <ac:chgData name="Giulia Grisot" userId="6782c791-7cd2-4a18-952a-f84de89912a6" providerId="ADAL" clId="{D2455225-22B2-48A2-8C7A-A422CE16209B}" dt="2025-06-30T08:24:10.250" v="465" actId="700"/>
          <ac:spMkLst>
            <pc:docMk/>
            <pc:sldMk cId="1609271172" sldId="586"/>
            <ac:spMk id="2" creationId="{3A8BBFCD-2ADB-A949-8743-B01C5F4CF464}"/>
          </ac:spMkLst>
        </pc:spChg>
        <pc:spChg chg="del">
          <ac:chgData name="Giulia Grisot" userId="6782c791-7cd2-4a18-952a-f84de89912a6" providerId="ADAL" clId="{D2455225-22B2-48A2-8C7A-A422CE16209B}" dt="2025-06-30T08:24:10.250" v="465" actId="700"/>
          <ac:spMkLst>
            <pc:docMk/>
            <pc:sldMk cId="1609271172" sldId="586"/>
            <ac:spMk id="3" creationId="{0468A45E-8603-DF69-627D-0CA992A15784}"/>
          </ac:spMkLst>
        </pc:spChg>
        <pc:spChg chg="mod ord">
          <ac:chgData name="Giulia Grisot" userId="6782c791-7cd2-4a18-952a-f84de89912a6" providerId="ADAL" clId="{D2455225-22B2-48A2-8C7A-A422CE16209B}" dt="2025-06-30T08:24:30.017" v="467" actId="700"/>
          <ac:spMkLst>
            <pc:docMk/>
            <pc:sldMk cId="1609271172" sldId="586"/>
            <ac:spMk id="4" creationId="{A53CCF19-3977-3802-7212-2EB088B2DC10}"/>
          </ac:spMkLst>
        </pc:spChg>
        <pc:spChg chg="mod ord">
          <ac:chgData name="Giulia Grisot" userId="6782c791-7cd2-4a18-952a-f84de89912a6" providerId="ADAL" clId="{D2455225-22B2-48A2-8C7A-A422CE16209B}" dt="2025-06-30T08:24:30.017" v="467" actId="700"/>
          <ac:spMkLst>
            <pc:docMk/>
            <pc:sldMk cId="1609271172" sldId="586"/>
            <ac:spMk id="5" creationId="{18F9B08C-362D-ACB7-9A86-191D9DBA03E7}"/>
          </ac:spMkLst>
        </pc:spChg>
        <pc:spChg chg="mod ord">
          <ac:chgData name="Giulia Grisot" userId="6782c791-7cd2-4a18-952a-f84de89912a6" providerId="ADAL" clId="{D2455225-22B2-48A2-8C7A-A422CE16209B}" dt="2025-06-30T08:24:30.017" v="467" actId="700"/>
          <ac:spMkLst>
            <pc:docMk/>
            <pc:sldMk cId="1609271172" sldId="586"/>
            <ac:spMk id="6" creationId="{42AE3CA2-D641-8D78-1306-0D44A01F1046}"/>
          </ac:spMkLst>
        </pc:spChg>
        <pc:spChg chg="add del">
          <ac:chgData name="Giulia Grisot" userId="6782c791-7cd2-4a18-952a-f84de89912a6" providerId="ADAL" clId="{D2455225-22B2-48A2-8C7A-A422CE16209B}" dt="2025-06-30T08:24:20.603" v="466" actId="478"/>
          <ac:spMkLst>
            <pc:docMk/>
            <pc:sldMk cId="1609271172" sldId="586"/>
            <ac:spMk id="7" creationId="{4145047D-C5FA-8676-7EBB-FD1ECFE5DD07}"/>
          </ac:spMkLst>
        </pc:spChg>
        <pc:spChg chg="add del mod ord">
          <ac:chgData name="Giulia Grisot" userId="6782c791-7cd2-4a18-952a-f84de89912a6" providerId="ADAL" clId="{D2455225-22B2-48A2-8C7A-A422CE16209B}" dt="2025-06-30T08:24:30.017" v="467" actId="700"/>
          <ac:spMkLst>
            <pc:docMk/>
            <pc:sldMk cId="1609271172" sldId="586"/>
            <ac:spMk id="8" creationId="{08C38E4B-C347-4503-55DB-09E6C9674D9F}"/>
          </ac:spMkLst>
        </pc:spChg>
        <pc:spChg chg="add del mod ord">
          <ac:chgData name="Giulia Grisot" userId="6782c791-7cd2-4a18-952a-f84de89912a6" providerId="ADAL" clId="{D2455225-22B2-48A2-8C7A-A422CE16209B}" dt="2025-06-30T08:24:30.017" v="467" actId="700"/>
          <ac:spMkLst>
            <pc:docMk/>
            <pc:sldMk cId="1609271172" sldId="586"/>
            <ac:spMk id="9" creationId="{4F06604F-153B-AEF1-9427-73846C001B97}"/>
          </ac:spMkLst>
        </pc:spChg>
        <pc:spChg chg="add mod ord">
          <ac:chgData name="Giulia Grisot" userId="6782c791-7cd2-4a18-952a-f84de89912a6" providerId="ADAL" clId="{D2455225-22B2-48A2-8C7A-A422CE16209B}" dt="2025-06-30T08:24:36.762" v="494" actId="20577"/>
          <ac:spMkLst>
            <pc:docMk/>
            <pc:sldMk cId="1609271172" sldId="586"/>
            <ac:spMk id="10" creationId="{107F231E-9BFC-AF88-B8C7-502FD0E0F3C0}"/>
          </ac:spMkLst>
        </pc:spChg>
        <pc:picChg chg="add mod">
          <ac:chgData name="Giulia Grisot" userId="6782c791-7cd2-4a18-952a-f84de89912a6" providerId="ADAL" clId="{D2455225-22B2-48A2-8C7A-A422CE16209B}" dt="2025-06-30T08:23:56.122" v="461" actId="14100"/>
          <ac:picMkLst>
            <pc:docMk/>
            <pc:sldMk cId="1609271172" sldId="586"/>
            <ac:picMk id="4098" creationId="{90D0636B-EB08-11A2-90EC-FEC04567F641}"/>
          </ac:picMkLst>
        </pc:picChg>
        <pc:picChg chg="add mod">
          <ac:chgData name="Giulia Grisot" userId="6782c791-7cd2-4a18-952a-f84de89912a6" providerId="ADAL" clId="{D2455225-22B2-48A2-8C7A-A422CE16209B}" dt="2025-06-30T08:24:02.095" v="464" actId="14100"/>
          <ac:picMkLst>
            <pc:docMk/>
            <pc:sldMk cId="1609271172" sldId="586"/>
            <ac:picMk id="4099" creationId="{F43945E8-19FF-5818-438C-FCC311CCC47E}"/>
          </ac:picMkLst>
        </pc:picChg>
        <pc:picChg chg="add mod">
          <ac:chgData name="Giulia Grisot" userId="6782c791-7cd2-4a18-952a-f84de89912a6" providerId="ADAL" clId="{D2455225-22B2-48A2-8C7A-A422CE16209B}" dt="2025-06-30T08:23:59.592" v="463" actId="1076"/>
          <ac:picMkLst>
            <pc:docMk/>
            <pc:sldMk cId="1609271172" sldId="586"/>
            <ac:picMk id="4100" creationId="{C3037298-574D-DCA4-F016-AF2D26182B34}"/>
          </ac:picMkLst>
        </pc:picChg>
      </pc:sldChg>
      <pc:sldChg chg="addSp delSp modSp new mod ord modClrScheme chgLayout">
        <pc:chgData name="Giulia Grisot" userId="6782c791-7cd2-4a18-952a-f84de89912a6" providerId="ADAL" clId="{D2455225-22B2-48A2-8C7A-A422CE16209B}" dt="2025-06-30T08:25:17.301" v="501"/>
        <pc:sldMkLst>
          <pc:docMk/>
          <pc:sldMk cId="2416769167" sldId="587"/>
        </pc:sldMkLst>
        <pc:spChg chg="del">
          <ac:chgData name="Giulia Grisot" userId="6782c791-7cd2-4a18-952a-f84de89912a6" providerId="ADAL" clId="{D2455225-22B2-48A2-8C7A-A422CE16209B}" dt="2025-06-30T08:25:08.013" v="498" actId="700"/>
          <ac:spMkLst>
            <pc:docMk/>
            <pc:sldMk cId="2416769167" sldId="587"/>
            <ac:spMk id="2" creationId="{43511B0D-41BC-73E9-E928-F87B2630B886}"/>
          </ac:spMkLst>
        </pc:spChg>
        <pc:spChg chg="del">
          <ac:chgData name="Giulia Grisot" userId="6782c791-7cd2-4a18-952a-f84de89912a6" providerId="ADAL" clId="{D2455225-22B2-48A2-8C7A-A422CE16209B}" dt="2025-06-30T08:25:08.013" v="498" actId="700"/>
          <ac:spMkLst>
            <pc:docMk/>
            <pc:sldMk cId="2416769167" sldId="587"/>
            <ac:spMk id="3" creationId="{09315D62-1877-CC99-D45B-920EDB60E17F}"/>
          </ac:spMkLst>
        </pc:spChg>
        <pc:spChg chg="mod ord">
          <ac:chgData name="Giulia Grisot" userId="6782c791-7cd2-4a18-952a-f84de89912a6" providerId="ADAL" clId="{D2455225-22B2-48A2-8C7A-A422CE16209B}" dt="2025-06-30T08:25:08.013" v="498" actId="700"/>
          <ac:spMkLst>
            <pc:docMk/>
            <pc:sldMk cId="2416769167" sldId="587"/>
            <ac:spMk id="4" creationId="{92D66B43-3112-F11E-AB8C-273E658FFB2D}"/>
          </ac:spMkLst>
        </pc:spChg>
        <pc:spChg chg="mod ord">
          <ac:chgData name="Giulia Grisot" userId="6782c791-7cd2-4a18-952a-f84de89912a6" providerId="ADAL" clId="{D2455225-22B2-48A2-8C7A-A422CE16209B}" dt="2025-06-30T08:25:08.013" v="498" actId="700"/>
          <ac:spMkLst>
            <pc:docMk/>
            <pc:sldMk cId="2416769167" sldId="587"/>
            <ac:spMk id="5" creationId="{FE1AD340-4FBB-5837-C6B3-B367E2AF61F1}"/>
          </ac:spMkLst>
        </pc:spChg>
        <pc:spChg chg="mod ord">
          <ac:chgData name="Giulia Grisot" userId="6782c791-7cd2-4a18-952a-f84de89912a6" providerId="ADAL" clId="{D2455225-22B2-48A2-8C7A-A422CE16209B}" dt="2025-06-30T08:25:08.013" v="498" actId="700"/>
          <ac:spMkLst>
            <pc:docMk/>
            <pc:sldMk cId="2416769167" sldId="587"/>
            <ac:spMk id="6" creationId="{F0E472C2-6F2E-1487-05F5-A72F194093BD}"/>
          </ac:spMkLst>
        </pc:spChg>
        <pc:picChg chg="add mod">
          <ac:chgData name="Giulia Grisot" userId="6782c791-7cd2-4a18-952a-f84de89912a6" providerId="ADAL" clId="{D2455225-22B2-48A2-8C7A-A422CE16209B}" dt="2025-06-30T08:25:09.733" v="499"/>
          <ac:picMkLst>
            <pc:docMk/>
            <pc:sldMk cId="2416769167" sldId="587"/>
            <ac:picMk id="5122" creationId="{101BC713-7CEC-CAA8-7333-92640FC6C881}"/>
          </ac:picMkLst>
        </pc:picChg>
      </pc:sldChg>
      <pc:sldChg chg="modSp add mod">
        <pc:chgData name="Giulia Grisot" userId="6782c791-7cd2-4a18-952a-f84de89912a6" providerId="ADAL" clId="{D2455225-22B2-48A2-8C7A-A422CE16209B}" dt="2025-06-30T08:26:08.884" v="506" actId="13926"/>
        <pc:sldMkLst>
          <pc:docMk/>
          <pc:sldMk cId="2315960261" sldId="588"/>
        </pc:sldMkLst>
        <pc:spChg chg="mod">
          <ac:chgData name="Giulia Grisot" userId="6782c791-7cd2-4a18-952a-f84de89912a6" providerId="ADAL" clId="{D2455225-22B2-48A2-8C7A-A422CE16209B}" dt="2025-06-30T08:26:08.884" v="506" actId="13926"/>
          <ac:spMkLst>
            <pc:docMk/>
            <pc:sldMk cId="2315960261" sldId="588"/>
            <ac:spMk id="191" creationId="{DFEA7F8A-9402-4D13-3AF2-85324B31D56E}"/>
          </ac:spMkLst>
        </pc:spChg>
        <pc:spChg chg="mod">
          <ac:chgData name="Giulia Grisot" userId="6782c791-7cd2-4a18-952a-f84de89912a6" providerId="ADAL" clId="{D2455225-22B2-48A2-8C7A-A422CE16209B}" dt="2025-06-30T08:26:05.492" v="505" actId="13926"/>
          <ac:spMkLst>
            <pc:docMk/>
            <pc:sldMk cId="2315960261" sldId="588"/>
            <ac:spMk id="192" creationId="{0343C299-78FC-7067-4EEB-A82E1F1D8A18}"/>
          </ac:spMkLst>
        </pc:spChg>
      </pc:sldChg>
    </pc:docChg>
  </pc:docChgLst>
  <pc:docChgLst>
    <pc:chgData name="Giulia Grisot" userId="6782c791-7cd2-4a18-952a-f84de89912a6" providerId="ADAL" clId="{6718FAB6-2E09-8840-9F0A-B23748452FB6}"/>
    <pc:docChg chg="undo custSel addSld delSld modSld sldOrd">
      <pc:chgData name="Giulia Grisot" userId="6782c791-7cd2-4a18-952a-f84de89912a6" providerId="ADAL" clId="{6718FAB6-2E09-8840-9F0A-B23748452FB6}" dt="2025-06-26T15:23:57.209" v="355" actId="2696"/>
      <pc:docMkLst>
        <pc:docMk/>
      </pc:docMkLst>
      <pc:sldChg chg="add del">
        <pc:chgData name="Giulia Grisot" userId="6782c791-7cd2-4a18-952a-f84de89912a6" providerId="ADAL" clId="{6718FAB6-2E09-8840-9F0A-B23748452FB6}" dt="2025-06-26T15:09:53.625" v="93" actId="2696"/>
        <pc:sldMkLst>
          <pc:docMk/>
          <pc:sldMk cId="0" sldId="257"/>
        </pc:sldMkLst>
      </pc:sldChg>
      <pc:sldChg chg="addSp delSp modSp mod ord modClrScheme chgLayout">
        <pc:chgData name="Giulia Grisot" userId="6782c791-7cd2-4a18-952a-f84de89912a6" providerId="ADAL" clId="{6718FAB6-2E09-8840-9F0A-B23748452FB6}" dt="2025-06-26T15:11:11.552" v="102"/>
        <pc:sldMkLst>
          <pc:docMk/>
          <pc:sldMk cId="0" sldId="258"/>
        </pc:sldMkLst>
        <pc:spChg chg="mod ord">
          <ac:chgData name="Giulia Grisot" userId="6782c791-7cd2-4a18-952a-f84de89912a6" providerId="ADAL" clId="{6718FAB6-2E09-8840-9F0A-B23748452FB6}" dt="2025-06-26T15:11:10.350" v="101" actId="700"/>
          <ac:spMkLst>
            <pc:docMk/>
            <pc:sldMk cId="0" sldId="258"/>
            <ac:spMk id="2" creationId="{00000000-0000-0000-0000-000000000000}"/>
          </ac:spMkLst>
        </pc:spChg>
        <pc:spChg chg="mod ord">
          <ac:chgData name="Giulia Grisot" userId="6782c791-7cd2-4a18-952a-f84de89912a6" providerId="ADAL" clId="{6718FAB6-2E09-8840-9F0A-B23748452FB6}" dt="2025-06-26T15:11:10.350" v="101" actId="700"/>
          <ac:spMkLst>
            <pc:docMk/>
            <pc:sldMk cId="0" sldId="258"/>
            <ac:spMk id="3" creationId="{00000000-0000-0000-0000-000000000000}"/>
          </ac:spMkLst>
        </pc:spChg>
        <pc:spChg chg="add mod">
          <ac:chgData name="Giulia Grisot" userId="6782c791-7cd2-4a18-952a-f84de89912a6" providerId="ADAL" clId="{6718FAB6-2E09-8840-9F0A-B23748452FB6}" dt="2025-06-26T15:11:11.552" v="102"/>
          <ac:spMkLst>
            <pc:docMk/>
            <pc:sldMk cId="0" sldId="258"/>
            <ac:spMk id="5" creationId="{21BB0E3A-9C0C-5B42-F26C-CEA1BB907727}"/>
          </ac:spMkLst>
        </pc:spChg>
      </pc:sldChg>
      <pc:sldChg chg="del">
        <pc:chgData name="Giulia Grisot" userId="6782c791-7cd2-4a18-952a-f84de89912a6" providerId="ADAL" clId="{6718FAB6-2E09-8840-9F0A-B23748452FB6}" dt="2025-06-26T15:14:01.949" v="116" actId="2696"/>
        <pc:sldMkLst>
          <pc:docMk/>
          <pc:sldMk cId="0" sldId="259"/>
        </pc:sldMkLst>
      </pc:sldChg>
      <pc:sldChg chg="modSp del mod">
        <pc:chgData name="Giulia Grisot" userId="6782c791-7cd2-4a18-952a-f84de89912a6" providerId="ADAL" clId="{6718FAB6-2E09-8840-9F0A-B23748452FB6}" dt="2025-06-26T15:17:12.322" v="207" actId="2696"/>
        <pc:sldMkLst>
          <pc:docMk/>
          <pc:sldMk cId="0" sldId="260"/>
        </pc:sldMkLst>
      </pc:sldChg>
      <pc:sldChg chg="del">
        <pc:chgData name="Giulia Grisot" userId="6782c791-7cd2-4a18-952a-f84de89912a6" providerId="ADAL" clId="{6718FAB6-2E09-8840-9F0A-B23748452FB6}" dt="2025-06-26T15:17:32.533" v="210" actId="2696"/>
        <pc:sldMkLst>
          <pc:docMk/>
          <pc:sldMk cId="0" sldId="261"/>
        </pc:sldMkLst>
      </pc:sldChg>
      <pc:sldChg chg="modSp del mod">
        <pc:chgData name="Giulia Grisot" userId="6782c791-7cd2-4a18-952a-f84de89912a6" providerId="ADAL" clId="{6718FAB6-2E09-8840-9F0A-B23748452FB6}" dt="2025-06-26T15:19:20.249" v="288" actId="2696"/>
        <pc:sldMkLst>
          <pc:docMk/>
          <pc:sldMk cId="0" sldId="262"/>
        </pc:sldMkLst>
      </pc:sldChg>
      <pc:sldChg chg="modSp mod ord">
        <pc:chgData name="Giulia Grisot" userId="6782c791-7cd2-4a18-952a-f84de89912a6" providerId="ADAL" clId="{6718FAB6-2E09-8840-9F0A-B23748452FB6}" dt="2025-06-26T15:20:18.794" v="298" actId="20578"/>
        <pc:sldMkLst>
          <pc:docMk/>
          <pc:sldMk cId="0" sldId="263"/>
        </pc:sldMkLst>
        <pc:spChg chg="mod">
          <ac:chgData name="Giulia Grisot" userId="6782c791-7cd2-4a18-952a-f84de89912a6" providerId="ADAL" clId="{6718FAB6-2E09-8840-9F0A-B23748452FB6}" dt="2025-06-25T10:21:34.460" v="88" actId="20577"/>
          <ac:spMkLst>
            <pc:docMk/>
            <pc:sldMk cId="0" sldId="263"/>
            <ac:spMk id="3" creationId="{00000000-0000-0000-0000-000000000000}"/>
          </ac:spMkLst>
        </pc:spChg>
      </pc:sldChg>
      <pc:sldChg chg="addSp modSp mod modClrScheme chgLayout">
        <pc:chgData name="Giulia Grisot" userId="6782c791-7cd2-4a18-952a-f84de89912a6" providerId="ADAL" clId="{6718FAB6-2E09-8840-9F0A-B23748452FB6}" dt="2025-06-26T15:19:15.544" v="287" actId="20577"/>
        <pc:sldMkLst>
          <pc:docMk/>
          <pc:sldMk cId="0" sldId="264"/>
        </pc:sldMkLst>
      </pc:sldChg>
      <pc:sldChg chg="del">
        <pc:chgData name="Giulia Grisot" userId="6782c791-7cd2-4a18-952a-f84de89912a6" providerId="ADAL" clId="{6718FAB6-2E09-8840-9F0A-B23748452FB6}" dt="2025-06-26T15:19:26.803" v="289" actId="2696"/>
        <pc:sldMkLst>
          <pc:docMk/>
          <pc:sldMk cId="0" sldId="265"/>
        </pc:sldMkLst>
      </pc:sldChg>
      <pc:sldChg chg="del">
        <pc:chgData name="Giulia Grisot" userId="6782c791-7cd2-4a18-952a-f84de89912a6" providerId="ADAL" clId="{6718FAB6-2E09-8840-9F0A-B23748452FB6}" dt="2025-06-26T15:19:30.982" v="291" actId="2696"/>
        <pc:sldMkLst>
          <pc:docMk/>
          <pc:sldMk cId="0" sldId="266"/>
        </pc:sldMkLst>
      </pc:sldChg>
      <pc:sldChg chg="del">
        <pc:chgData name="Giulia Grisot" userId="6782c791-7cd2-4a18-952a-f84de89912a6" providerId="ADAL" clId="{6718FAB6-2E09-8840-9F0A-B23748452FB6}" dt="2025-06-26T15:19:31.902" v="292" actId="2696"/>
        <pc:sldMkLst>
          <pc:docMk/>
          <pc:sldMk cId="0" sldId="267"/>
        </pc:sldMkLst>
      </pc:sldChg>
      <pc:sldChg chg="del">
        <pc:chgData name="Giulia Grisot" userId="6782c791-7cd2-4a18-952a-f84de89912a6" providerId="ADAL" clId="{6718FAB6-2E09-8840-9F0A-B23748452FB6}" dt="2025-06-26T15:20:24.201" v="299" actId="2696"/>
        <pc:sldMkLst>
          <pc:docMk/>
          <pc:sldMk cId="0" sldId="268"/>
        </pc:sldMkLst>
      </pc:sldChg>
      <pc:sldChg chg="del">
        <pc:chgData name="Giulia Grisot" userId="6782c791-7cd2-4a18-952a-f84de89912a6" providerId="ADAL" clId="{6718FAB6-2E09-8840-9F0A-B23748452FB6}" dt="2025-06-26T15:20:25.548" v="300" actId="2696"/>
        <pc:sldMkLst>
          <pc:docMk/>
          <pc:sldMk cId="0" sldId="269"/>
        </pc:sldMkLst>
      </pc:sldChg>
      <pc:sldChg chg="mod modShow">
        <pc:chgData name="Giulia Grisot" userId="6782c791-7cd2-4a18-952a-f84de89912a6" providerId="ADAL" clId="{6718FAB6-2E09-8840-9F0A-B23748452FB6}" dt="2025-06-26T15:20:34.426" v="301" actId="729"/>
        <pc:sldMkLst>
          <pc:docMk/>
          <pc:sldMk cId="0" sldId="270"/>
        </pc:sldMkLst>
      </pc:sldChg>
      <pc:sldChg chg="del">
        <pc:chgData name="Giulia Grisot" userId="6782c791-7cd2-4a18-952a-f84de89912a6" providerId="ADAL" clId="{6718FAB6-2E09-8840-9F0A-B23748452FB6}" dt="2025-06-26T15:20:36.347" v="302" actId="2696"/>
        <pc:sldMkLst>
          <pc:docMk/>
          <pc:sldMk cId="0" sldId="271"/>
        </pc:sldMkLst>
      </pc:sldChg>
      <pc:sldChg chg="del">
        <pc:chgData name="Giulia Grisot" userId="6782c791-7cd2-4a18-952a-f84de89912a6" providerId="ADAL" clId="{6718FAB6-2E09-8840-9F0A-B23748452FB6}" dt="2025-06-26T15:20:37.934" v="303" actId="2696"/>
        <pc:sldMkLst>
          <pc:docMk/>
          <pc:sldMk cId="0" sldId="272"/>
        </pc:sldMkLst>
      </pc:sldChg>
      <pc:sldChg chg="del">
        <pc:chgData name="Giulia Grisot" userId="6782c791-7cd2-4a18-952a-f84de89912a6" providerId="ADAL" clId="{6718FAB6-2E09-8840-9F0A-B23748452FB6}" dt="2025-06-26T15:20:39.045" v="304" actId="2696"/>
        <pc:sldMkLst>
          <pc:docMk/>
          <pc:sldMk cId="0" sldId="273"/>
        </pc:sldMkLst>
      </pc:sldChg>
      <pc:sldChg chg="add del setBg">
        <pc:chgData name="Giulia Grisot" userId="6782c791-7cd2-4a18-952a-f84de89912a6" providerId="ADAL" clId="{6718FAB6-2E09-8840-9F0A-B23748452FB6}" dt="2025-06-26T15:09:48.317" v="92" actId="2696"/>
        <pc:sldMkLst>
          <pc:docMk/>
          <pc:sldMk cId="370793927" sldId="274"/>
        </pc:sldMkLst>
      </pc:sldChg>
      <pc:sldChg chg="add ord">
        <pc:chgData name="Giulia Grisot" userId="6782c791-7cd2-4a18-952a-f84de89912a6" providerId="ADAL" clId="{6718FAB6-2E09-8840-9F0A-B23748452FB6}" dt="2025-06-26T15:13:47.304" v="115" actId="20578"/>
        <pc:sldMkLst>
          <pc:docMk/>
          <pc:sldMk cId="4171324335" sldId="275"/>
        </pc:sldMkLst>
      </pc:sldChg>
      <pc:sldChg chg="add ord">
        <pc:chgData name="Giulia Grisot" userId="6782c791-7cd2-4a18-952a-f84de89912a6" providerId="ADAL" clId="{6718FAB6-2E09-8840-9F0A-B23748452FB6}" dt="2025-06-26T15:13:47.304" v="115" actId="20578"/>
        <pc:sldMkLst>
          <pc:docMk/>
          <pc:sldMk cId="1750636376" sldId="277"/>
        </pc:sldMkLst>
      </pc:sldChg>
      <pc:sldChg chg="add">
        <pc:chgData name="Giulia Grisot" userId="6782c791-7cd2-4a18-952a-f84de89912a6" providerId="ADAL" clId="{6718FAB6-2E09-8840-9F0A-B23748452FB6}" dt="2025-06-26T15:09:43.352" v="91"/>
        <pc:sldMkLst>
          <pc:docMk/>
          <pc:sldMk cId="0" sldId="280"/>
        </pc:sldMkLst>
      </pc:sldChg>
      <pc:sldChg chg="add del ord">
        <pc:chgData name="Giulia Grisot" userId="6782c791-7cd2-4a18-952a-f84de89912a6" providerId="ADAL" clId="{6718FAB6-2E09-8840-9F0A-B23748452FB6}" dt="2025-06-26T15:15:38.109" v="183" actId="2696"/>
        <pc:sldMkLst>
          <pc:docMk/>
          <pc:sldMk cId="3549926122" sldId="282"/>
        </pc:sldMkLst>
      </pc:sldChg>
      <pc:sldChg chg="addSp delSp modSp add mod">
        <pc:chgData name="Giulia Grisot" userId="6782c791-7cd2-4a18-952a-f84de89912a6" providerId="ADAL" clId="{6718FAB6-2E09-8840-9F0A-B23748452FB6}" dt="2025-06-26T15:23:01.580" v="346" actId="20577"/>
        <pc:sldMkLst>
          <pc:docMk/>
          <pc:sldMk cId="0" sldId="287"/>
        </pc:sldMkLst>
        <pc:spChg chg="add mod">
          <ac:chgData name="Giulia Grisot" userId="6782c791-7cd2-4a18-952a-f84de89912a6" providerId="ADAL" clId="{6718FAB6-2E09-8840-9F0A-B23748452FB6}" dt="2025-06-26T15:23:01.580" v="346" actId="20577"/>
          <ac:spMkLst>
            <pc:docMk/>
            <pc:sldMk cId="0" sldId="287"/>
            <ac:spMk id="3" creationId="{F37D2BDF-C93D-D451-5341-2C49FDE1850B}"/>
          </ac:spMkLst>
        </pc:spChg>
      </pc:sldChg>
      <pc:sldChg chg="add">
        <pc:chgData name="Giulia Grisot" userId="6782c791-7cd2-4a18-952a-f84de89912a6" providerId="ADAL" clId="{6718FAB6-2E09-8840-9F0A-B23748452FB6}" dt="2025-06-26T15:09:43.352" v="91"/>
        <pc:sldMkLst>
          <pc:docMk/>
          <pc:sldMk cId="0" sldId="290"/>
        </pc:sldMkLst>
      </pc:sldChg>
      <pc:sldChg chg="modSp add del mod">
        <pc:chgData name="Giulia Grisot" userId="6782c791-7cd2-4a18-952a-f84de89912a6" providerId="ADAL" clId="{6718FAB6-2E09-8840-9F0A-B23748452FB6}" dt="2025-06-26T15:23:34.140" v="349" actId="2696"/>
        <pc:sldMkLst>
          <pc:docMk/>
          <pc:sldMk cId="0" sldId="292"/>
        </pc:sldMkLst>
      </pc:sldChg>
      <pc:sldChg chg="addSp delSp modSp add mod">
        <pc:chgData name="Giulia Grisot" userId="6782c791-7cd2-4a18-952a-f84de89912a6" providerId="ADAL" clId="{6718FAB6-2E09-8840-9F0A-B23748452FB6}" dt="2025-06-26T15:22:37.494" v="321" actId="1076"/>
        <pc:sldMkLst>
          <pc:docMk/>
          <pc:sldMk cId="3455432092" sldId="294"/>
        </pc:sldMkLst>
        <pc:spChg chg="mod">
          <ac:chgData name="Giulia Grisot" userId="6782c791-7cd2-4a18-952a-f84de89912a6" providerId="ADAL" clId="{6718FAB6-2E09-8840-9F0A-B23748452FB6}" dt="2025-06-26T15:22:10.201" v="316" actId="20577"/>
          <ac:spMkLst>
            <pc:docMk/>
            <pc:sldMk cId="3455432092" sldId="294"/>
            <ac:spMk id="2" creationId="{B8F45393-BC50-8A26-1B80-AC6AE0A0C6FB}"/>
          </ac:spMkLst>
        </pc:spChg>
        <pc:spChg chg="add mod">
          <ac:chgData name="Giulia Grisot" userId="6782c791-7cd2-4a18-952a-f84de89912a6" providerId="ADAL" clId="{6718FAB6-2E09-8840-9F0A-B23748452FB6}" dt="2025-06-26T15:22:37.494" v="321" actId="1076"/>
          <ac:spMkLst>
            <pc:docMk/>
            <pc:sldMk cId="3455432092" sldId="294"/>
            <ac:spMk id="6" creationId="{3F1A525E-E1D2-EA28-0385-7A6F4A1A94C1}"/>
          </ac:spMkLst>
        </pc:spChg>
        <pc:picChg chg="add mod">
          <ac:chgData name="Giulia Grisot" userId="6782c791-7cd2-4a18-952a-f84de89912a6" providerId="ADAL" clId="{6718FAB6-2E09-8840-9F0A-B23748452FB6}" dt="2025-06-26T15:22:37.494" v="321" actId="1076"/>
          <ac:picMkLst>
            <pc:docMk/>
            <pc:sldMk cId="3455432092" sldId="294"/>
            <ac:picMk id="7" creationId="{F54142B2-F52F-418F-476E-463B8BD7CB9E}"/>
          </ac:picMkLst>
        </pc:picChg>
      </pc:sldChg>
      <pc:sldChg chg="add">
        <pc:chgData name="Giulia Grisot" userId="6782c791-7cd2-4a18-952a-f84de89912a6" providerId="ADAL" clId="{6718FAB6-2E09-8840-9F0A-B23748452FB6}" dt="2025-06-26T15:09:43.352" v="91"/>
        <pc:sldMkLst>
          <pc:docMk/>
          <pc:sldMk cId="4250314316" sldId="296"/>
        </pc:sldMkLst>
      </pc:sldChg>
      <pc:sldChg chg="add del">
        <pc:chgData name="Giulia Grisot" userId="6782c791-7cd2-4a18-952a-f84de89912a6" providerId="ADAL" clId="{6718FAB6-2E09-8840-9F0A-B23748452FB6}" dt="2025-06-26T15:22:46.614" v="323" actId="2696"/>
        <pc:sldMkLst>
          <pc:docMk/>
          <pc:sldMk cId="3195532373" sldId="297"/>
        </pc:sldMkLst>
      </pc:sldChg>
      <pc:sldChg chg="add del">
        <pc:chgData name="Giulia Grisot" userId="6782c791-7cd2-4a18-952a-f84de89912a6" providerId="ADAL" clId="{6718FAB6-2E09-8840-9F0A-B23748452FB6}" dt="2025-06-26T15:21:53.774" v="313" actId="2696"/>
        <pc:sldMkLst>
          <pc:docMk/>
          <pc:sldMk cId="1346352533" sldId="299"/>
        </pc:sldMkLst>
      </pc:sldChg>
      <pc:sldChg chg="add del">
        <pc:chgData name="Giulia Grisot" userId="6782c791-7cd2-4a18-952a-f84de89912a6" providerId="ADAL" clId="{6718FAB6-2E09-8840-9F0A-B23748452FB6}" dt="2025-06-26T15:23:52.531" v="354" actId="2696"/>
        <pc:sldMkLst>
          <pc:docMk/>
          <pc:sldMk cId="537589218" sldId="301"/>
        </pc:sldMkLst>
      </pc:sldChg>
      <pc:sldChg chg="add del">
        <pc:chgData name="Giulia Grisot" userId="6782c791-7cd2-4a18-952a-f84de89912a6" providerId="ADAL" clId="{6718FAB6-2E09-8840-9F0A-B23748452FB6}" dt="2025-06-26T15:23:57.209" v="355" actId="2696"/>
        <pc:sldMkLst>
          <pc:docMk/>
          <pc:sldMk cId="3014320794" sldId="302"/>
        </pc:sldMkLst>
      </pc:sldChg>
      <pc:sldChg chg="add">
        <pc:chgData name="Giulia Grisot" userId="6782c791-7cd2-4a18-952a-f84de89912a6" providerId="ADAL" clId="{6718FAB6-2E09-8840-9F0A-B23748452FB6}" dt="2025-06-26T15:09:43.352" v="91"/>
        <pc:sldMkLst>
          <pc:docMk/>
          <pc:sldMk cId="726110648" sldId="303"/>
        </pc:sldMkLst>
      </pc:sldChg>
      <pc:sldChg chg="add ord">
        <pc:chgData name="Giulia Grisot" userId="6782c791-7cd2-4a18-952a-f84de89912a6" providerId="ADAL" clId="{6718FAB6-2E09-8840-9F0A-B23748452FB6}" dt="2025-06-26T15:13:47.304" v="115" actId="20578"/>
        <pc:sldMkLst>
          <pc:docMk/>
          <pc:sldMk cId="3369767512" sldId="318"/>
        </pc:sldMkLst>
      </pc:sldChg>
      <pc:sldChg chg="add">
        <pc:chgData name="Giulia Grisot" userId="6782c791-7cd2-4a18-952a-f84de89912a6" providerId="ADAL" clId="{6718FAB6-2E09-8840-9F0A-B23748452FB6}" dt="2025-06-26T15:09:43.352" v="91"/>
        <pc:sldMkLst>
          <pc:docMk/>
          <pc:sldMk cId="2432253054" sldId="344"/>
        </pc:sldMkLst>
      </pc:sldChg>
      <pc:sldChg chg="add">
        <pc:chgData name="Giulia Grisot" userId="6782c791-7cd2-4a18-952a-f84de89912a6" providerId="ADAL" clId="{6718FAB6-2E09-8840-9F0A-B23748452FB6}" dt="2025-06-26T15:09:43.352" v="91"/>
        <pc:sldMkLst>
          <pc:docMk/>
          <pc:sldMk cId="920498463" sldId="362"/>
        </pc:sldMkLst>
      </pc:sldChg>
      <pc:sldChg chg="add">
        <pc:chgData name="Giulia Grisot" userId="6782c791-7cd2-4a18-952a-f84de89912a6" providerId="ADAL" clId="{6718FAB6-2E09-8840-9F0A-B23748452FB6}" dt="2025-06-26T15:09:43.352" v="91"/>
        <pc:sldMkLst>
          <pc:docMk/>
          <pc:sldMk cId="3459533762" sldId="385"/>
        </pc:sldMkLst>
      </pc:sldChg>
      <pc:sldChg chg="add">
        <pc:chgData name="Giulia Grisot" userId="6782c791-7cd2-4a18-952a-f84de89912a6" providerId="ADAL" clId="{6718FAB6-2E09-8840-9F0A-B23748452FB6}" dt="2025-06-26T15:09:43.352" v="91"/>
        <pc:sldMkLst>
          <pc:docMk/>
          <pc:sldMk cId="992783301" sldId="534"/>
        </pc:sldMkLst>
      </pc:sldChg>
      <pc:sldChg chg="add del">
        <pc:chgData name="Giulia Grisot" userId="6782c791-7cd2-4a18-952a-f84de89912a6" providerId="ADAL" clId="{6718FAB6-2E09-8840-9F0A-B23748452FB6}" dt="2025-06-26T15:10:06.201" v="94" actId="2696"/>
        <pc:sldMkLst>
          <pc:docMk/>
          <pc:sldMk cId="885875311" sldId="544"/>
        </pc:sldMkLst>
      </pc:sldChg>
      <pc:sldChg chg="addSp delSp modSp add del mod modClrScheme chgLayout">
        <pc:chgData name="Giulia Grisot" userId="6782c791-7cd2-4a18-952a-f84de89912a6" providerId="ADAL" clId="{6718FAB6-2E09-8840-9F0A-B23748452FB6}" dt="2025-06-26T15:14:01.949" v="116" actId="2696"/>
        <pc:sldMkLst>
          <pc:docMk/>
          <pc:sldMk cId="4286525361" sldId="544"/>
        </pc:sldMkLst>
      </pc:sldChg>
      <pc:sldChg chg="add">
        <pc:chgData name="Giulia Grisot" userId="6782c791-7cd2-4a18-952a-f84de89912a6" providerId="ADAL" clId="{6718FAB6-2E09-8840-9F0A-B23748452FB6}" dt="2025-06-26T15:09:43.352" v="91"/>
        <pc:sldMkLst>
          <pc:docMk/>
          <pc:sldMk cId="1684396966" sldId="554"/>
        </pc:sldMkLst>
      </pc:sldChg>
      <pc:sldChg chg="add">
        <pc:chgData name="Giulia Grisot" userId="6782c791-7cd2-4a18-952a-f84de89912a6" providerId="ADAL" clId="{6718FAB6-2E09-8840-9F0A-B23748452FB6}" dt="2025-06-26T15:09:43.352" v="91"/>
        <pc:sldMkLst>
          <pc:docMk/>
          <pc:sldMk cId="1747855295" sldId="559"/>
        </pc:sldMkLst>
      </pc:sldChg>
      <pc:sldChg chg="add del">
        <pc:chgData name="Giulia Grisot" userId="6782c791-7cd2-4a18-952a-f84de89912a6" providerId="ADAL" clId="{6718FAB6-2E09-8840-9F0A-B23748452FB6}" dt="2025-06-26T15:12:21.835" v="114" actId="2696"/>
        <pc:sldMkLst>
          <pc:docMk/>
          <pc:sldMk cId="2687564174" sldId="560"/>
        </pc:sldMkLst>
      </pc:sldChg>
      <pc:sldChg chg="modSp add mod ord modShow">
        <pc:chgData name="Giulia Grisot" userId="6782c791-7cd2-4a18-952a-f84de89912a6" providerId="ADAL" clId="{6718FAB6-2E09-8840-9F0A-B23748452FB6}" dt="2025-06-26T15:15:16.326" v="182" actId="20577"/>
        <pc:sldMkLst>
          <pc:docMk/>
          <pc:sldMk cId="2153407075" sldId="563"/>
        </pc:sldMkLst>
        <pc:spChg chg="mod">
          <ac:chgData name="Giulia Grisot" userId="6782c791-7cd2-4a18-952a-f84de89912a6" providerId="ADAL" clId="{6718FAB6-2E09-8840-9F0A-B23748452FB6}" dt="2025-06-26T15:15:16.326" v="182" actId="20577"/>
          <ac:spMkLst>
            <pc:docMk/>
            <pc:sldMk cId="2153407075" sldId="563"/>
            <ac:spMk id="7" creationId="{F1BF21B8-17F8-25BF-4ED1-8595AE8E60FD}"/>
          </ac:spMkLst>
        </pc:spChg>
      </pc:sldChg>
      <pc:sldChg chg="addSp delSp modSp add mod ord modClrScheme chgLayout">
        <pc:chgData name="Giulia Grisot" userId="6782c791-7cd2-4a18-952a-f84de89912a6" providerId="ADAL" clId="{6718FAB6-2E09-8840-9F0A-B23748452FB6}" dt="2025-06-26T15:16:50.809" v="206" actId="242"/>
        <pc:sldMkLst>
          <pc:docMk/>
          <pc:sldMk cId="2237205942" sldId="564"/>
        </pc:sldMkLst>
        <pc:spChg chg="mod ord">
          <ac:chgData name="Giulia Grisot" userId="6782c791-7cd2-4a18-952a-f84de89912a6" providerId="ADAL" clId="{6718FAB6-2E09-8840-9F0A-B23748452FB6}" dt="2025-06-26T15:16:32.081" v="192" actId="700"/>
          <ac:spMkLst>
            <pc:docMk/>
            <pc:sldMk cId="2237205942" sldId="564"/>
            <ac:spMk id="2" creationId="{4F1EB2D3-F53E-5F0E-B177-1E8206261989}"/>
          </ac:spMkLst>
        </pc:spChg>
        <pc:spChg chg="mod ord">
          <ac:chgData name="Giulia Grisot" userId="6782c791-7cd2-4a18-952a-f84de89912a6" providerId="ADAL" clId="{6718FAB6-2E09-8840-9F0A-B23748452FB6}" dt="2025-06-26T15:16:32.091" v="193" actId="27636"/>
          <ac:spMkLst>
            <pc:docMk/>
            <pc:sldMk cId="2237205942" sldId="564"/>
            <ac:spMk id="3" creationId="{229FF725-2B2E-B7DF-22C5-38959E4C6E05}"/>
          </ac:spMkLst>
        </pc:spChg>
        <pc:spChg chg="mod ord">
          <ac:chgData name="Giulia Grisot" userId="6782c791-7cd2-4a18-952a-f84de89912a6" providerId="ADAL" clId="{6718FAB6-2E09-8840-9F0A-B23748452FB6}" dt="2025-06-26T15:16:32.081" v="192" actId="700"/>
          <ac:spMkLst>
            <pc:docMk/>
            <pc:sldMk cId="2237205942" sldId="564"/>
            <ac:spMk id="4" creationId="{90E8B1A1-91FF-BD3E-11DB-186EC3FA152E}"/>
          </ac:spMkLst>
        </pc:spChg>
        <pc:spChg chg="add mod ord">
          <ac:chgData name="Giulia Grisot" userId="6782c791-7cd2-4a18-952a-f84de89912a6" providerId="ADAL" clId="{6718FAB6-2E09-8840-9F0A-B23748452FB6}" dt="2025-06-26T15:16:50.809" v="206" actId="242"/>
          <ac:spMkLst>
            <pc:docMk/>
            <pc:sldMk cId="2237205942" sldId="564"/>
            <ac:spMk id="5" creationId="{93913498-46AC-1B37-67E5-A49F4AB44271}"/>
          </ac:spMkLst>
        </pc:spChg>
        <pc:spChg chg="mod ord">
          <ac:chgData name="Giulia Grisot" userId="6782c791-7cd2-4a18-952a-f84de89912a6" providerId="ADAL" clId="{6718FAB6-2E09-8840-9F0A-B23748452FB6}" dt="2025-06-26T15:16:32.081" v="192" actId="700"/>
          <ac:spMkLst>
            <pc:docMk/>
            <pc:sldMk cId="2237205942" sldId="564"/>
            <ac:spMk id="32" creationId="{ADE50ACA-2FDF-5993-22E7-17C82C19B9B6}"/>
          </ac:spMkLst>
        </pc:spChg>
        <pc:spChg chg="mod ord">
          <ac:chgData name="Giulia Grisot" userId="6782c791-7cd2-4a18-952a-f84de89912a6" providerId="ADAL" clId="{6718FAB6-2E09-8840-9F0A-B23748452FB6}" dt="2025-06-26T15:16:32.081" v="192" actId="700"/>
          <ac:spMkLst>
            <pc:docMk/>
            <pc:sldMk cId="2237205942" sldId="564"/>
            <ac:spMk id="34" creationId="{7A757111-94E3-FEAF-6528-B372E2A3F497}"/>
          </ac:spMkLst>
        </pc:spChg>
      </pc:sldChg>
      <pc:sldChg chg="add del">
        <pc:chgData name="Giulia Grisot" userId="6782c791-7cd2-4a18-952a-f84de89912a6" providerId="ADAL" clId="{6718FAB6-2E09-8840-9F0A-B23748452FB6}" dt="2025-06-26T15:17:23.883" v="208" actId="2696"/>
        <pc:sldMkLst>
          <pc:docMk/>
          <pc:sldMk cId="128754570" sldId="565"/>
        </pc:sldMkLst>
      </pc:sldChg>
      <pc:sldChg chg="add">
        <pc:chgData name="Giulia Grisot" userId="6782c791-7cd2-4a18-952a-f84de89912a6" providerId="ADAL" clId="{6718FAB6-2E09-8840-9F0A-B23748452FB6}" dt="2025-06-26T15:17:28.114" v="209"/>
        <pc:sldMkLst>
          <pc:docMk/>
          <pc:sldMk cId="3157639910" sldId="565"/>
        </pc:sldMkLst>
      </pc:sldChg>
      <pc:sldChg chg="add del">
        <pc:chgData name="Giulia Grisot" userId="6782c791-7cd2-4a18-952a-f84de89912a6" providerId="ADAL" clId="{6718FAB6-2E09-8840-9F0A-B23748452FB6}" dt="2025-06-26T15:19:46.383" v="293" actId="2696"/>
        <pc:sldMkLst>
          <pc:docMk/>
          <pc:sldMk cId="1037268413" sldId="566"/>
        </pc:sldMkLst>
      </pc:sldChg>
      <pc:sldChg chg="add del">
        <pc:chgData name="Giulia Grisot" userId="6782c791-7cd2-4a18-952a-f84de89912a6" providerId="ADAL" clId="{6718FAB6-2E09-8840-9F0A-B23748452FB6}" dt="2025-06-26T15:19:46.383" v="293" actId="2696"/>
        <pc:sldMkLst>
          <pc:docMk/>
          <pc:sldMk cId="4084608997" sldId="567"/>
        </pc:sldMkLst>
      </pc:sldChg>
      <pc:sldChg chg="add ord">
        <pc:chgData name="Giulia Grisot" userId="6782c791-7cd2-4a18-952a-f84de89912a6" providerId="ADAL" clId="{6718FAB6-2E09-8840-9F0A-B23748452FB6}" dt="2025-06-26T15:20:01.128" v="297" actId="20578"/>
        <pc:sldMkLst>
          <pc:docMk/>
          <pc:sldMk cId="1626434617" sldId="568"/>
        </pc:sldMkLst>
      </pc:sldChg>
      <pc:sldChg chg="add">
        <pc:chgData name="Giulia Grisot" userId="6782c791-7cd2-4a18-952a-f84de89912a6" providerId="ADAL" clId="{6718FAB6-2E09-8840-9F0A-B23748452FB6}" dt="2025-06-26T15:09:43.352" v="91"/>
        <pc:sldMkLst>
          <pc:docMk/>
          <pc:sldMk cId="4234234761" sldId="569"/>
        </pc:sldMkLst>
      </pc:sldChg>
      <pc:sldChg chg="add">
        <pc:chgData name="Giulia Grisot" userId="6782c791-7cd2-4a18-952a-f84de89912a6" providerId="ADAL" clId="{6718FAB6-2E09-8840-9F0A-B23748452FB6}" dt="2025-06-26T15:09:43.352" v="91"/>
        <pc:sldMkLst>
          <pc:docMk/>
          <pc:sldMk cId="2905484860" sldId="570"/>
        </pc:sldMkLst>
      </pc:sldChg>
      <pc:sldChg chg="add">
        <pc:chgData name="Giulia Grisot" userId="6782c791-7cd2-4a18-952a-f84de89912a6" providerId="ADAL" clId="{6718FAB6-2E09-8840-9F0A-B23748452FB6}" dt="2025-06-26T15:09:43.352" v="91"/>
        <pc:sldMkLst>
          <pc:docMk/>
          <pc:sldMk cId="3392011692" sldId="571"/>
        </pc:sldMkLst>
      </pc:sldChg>
      <pc:sldChg chg="add">
        <pc:chgData name="Giulia Grisot" userId="6782c791-7cd2-4a18-952a-f84de89912a6" providerId="ADAL" clId="{6718FAB6-2E09-8840-9F0A-B23748452FB6}" dt="2025-06-26T15:09:43.352" v="91"/>
        <pc:sldMkLst>
          <pc:docMk/>
          <pc:sldMk cId="2317743090" sldId="572"/>
        </pc:sldMkLst>
      </pc:sldChg>
      <pc:sldChg chg="add">
        <pc:chgData name="Giulia Grisot" userId="6782c791-7cd2-4a18-952a-f84de89912a6" providerId="ADAL" clId="{6718FAB6-2E09-8840-9F0A-B23748452FB6}" dt="2025-06-26T15:09:43.352" v="91"/>
        <pc:sldMkLst>
          <pc:docMk/>
          <pc:sldMk cId="578970013" sldId="573"/>
        </pc:sldMkLst>
      </pc:sldChg>
      <pc:sldChg chg="add del">
        <pc:chgData name="Giulia Grisot" userId="6782c791-7cd2-4a18-952a-f84de89912a6" providerId="ADAL" clId="{6718FAB6-2E09-8840-9F0A-B23748452FB6}" dt="2025-06-26T15:22:22.085" v="318" actId="2696"/>
        <pc:sldMkLst>
          <pc:docMk/>
          <pc:sldMk cId="0" sldId="574"/>
        </pc:sldMkLst>
      </pc:sldChg>
      <pc:sldChg chg="delSp add del mod">
        <pc:chgData name="Giulia Grisot" userId="6782c791-7cd2-4a18-952a-f84de89912a6" providerId="ADAL" clId="{6718FAB6-2E09-8840-9F0A-B23748452FB6}" dt="2025-06-26T15:22:44.073" v="322" actId="2696"/>
        <pc:sldMkLst>
          <pc:docMk/>
          <pc:sldMk cId="3791034991" sldId="575"/>
        </pc:sldMkLst>
      </pc:sldChg>
      <pc:sldChg chg="add del">
        <pc:chgData name="Giulia Grisot" userId="6782c791-7cd2-4a18-952a-f84de89912a6" providerId="ADAL" clId="{6718FAB6-2E09-8840-9F0A-B23748452FB6}" dt="2025-06-26T15:23:46.386" v="353" actId="2696"/>
        <pc:sldMkLst>
          <pc:docMk/>
          <pc:sldMk cId="0" sldId="576"/>
        </pc:sldMkLst>
      </pc:sldChg>
      <pc:sldChg chg="add">
        <pc:chgData name="Giulia Grisot" userId="6782c791-7cd2-4a18-952a-f84de89912a6" providerId="ADAL" clId="{6718FAB6-2E09-8840-9F0A-B23748452FB6}" dt="2025-06-26T15:09:43.352" v="91"/>
        <pc:sldMkLst>
          <pc:docMk/>
          <pc:sldMk cId="2057764411" sldId="577"/>
        </pc:sldMkLst>
      </pc:sldChg>
      <pc:sldChg chg="add ord">
        <pc:chgData name="Giulia Grisot" userId="6782c791-7cd2-4a18-952a-f84de89912a6" providerId="ADAL" clId="{6718FAB6-2E09-8840-9F0A-B23748452FB6}" dt="2025-06-26T15:13:47.304" v="115" actId="20578"/>
        <pc:sldMkLst>
          <pc:docMk/>
          <pc:sldMk cId="1714842809" sldId="578"/>
        </pc:sldMkLst>
      </pc:sldChg>
      <pc:sldChg chg="add ord">
        <pc:chgData name="Giulia Grisot" userId="6782c791-7cd2-4a18-952a-f84de89912a6" providerId="ADAL" clId="{6718FAB6-2E09-8840-9F0A-B23748452FB6}" dt="2025-06-26T15:13:47.304" v="115" actId="20578"/>
        <pc:sldMkLst>
          <pc:docMk/>
          <pc:sldMk cId="3632886871" sldId="579"/>
        </pc:sldMkLst>
      </pc:sldChg>
      <pc:sldChg chg="add ord">
        <pc:chgData name="Giulia Grisot" userId="6782c791-7cd2-4a18-952a-f84de89912a6" providerId="ADAL" clId="{6718FAB6-2E09-8840-9F0A-B23748452FB6}" dt="2025-06-26T15:13:47.304" v="115" actId="20578"/>
        <pc:sldMkLst>
          <pc:docMk/>
          <pc:sldMk cId="0" sldId="580"/>
        </pc:sldMkLst>
      </pc:sldChg>
      <pc:sldChg chg="add">
        <pc:chgData name="Giulia Grisot" userId="6782c791-7cd2-4a18-952a-f84de89912a6" providerId="ADAL" clId="{6718FAB6-2E09-8840-9F0A-B23748452FB6}" dt="2025-06-26T15:09:43.352" v="91"/>
        <pc:sldMkLst>
          <pc:docMk/>
          <pc:sldMk cId="0" sldId="581"/>
        </pc:sldMkLst>
      </pc:sldChg>
      <pc:sldChg chg="add">
        <pc:chgData name="Giulia Grisot" userId="6782c791-7cd2-4a18-952a-f84de89912a6" providerId="ADAL" clId="{6718FAB6-2E09-8840-9F0A-B23748452FB6}" dt="2025-06-26T15:09:43.352" v="91"/>
        <pc:sldMkLst>
          <pc:docMk/>
          <pc:sldMk cId="3702791821" sldId="582"/>
        </pc:sldMkLst>
      </pc:sldChg>
      <pc:sldChg chg="add del">
        <pc:chgData name="Giulia Grisot" userId="6782c791-7cd2-4a18-952a-f84de89912a6" providerId="ADAL" clId="{6718FAB6-2E09-8840-9F0A-B23748452FB6}" dt="2025-06-26T15:21:22.868" v="305" actId="2696"/>
        <pc:sldMkLst>
          <pc:docMk/>
          <pc:sldMk cId="408284613" sldId="583"/>
        </pc:sldMkLst>
      </pc:sldChg>
      <pc:sldChg chg="add del">
        <pc:chgData name="Giulia Grisot" userId="6782c791-7cd2-4a18-952a-f84de89912a6" providerId="ADAL" clId="{6718FAB6-2E09-8840-9F0A-B23748452FB6}" dt="2025-06-26T15:22:04.147" v="314" actId="2696"/>
        <pc:sldMkLst>
          <pc:docMk/>
          <pc:sldMk cId="0" sldId="584"/>
        </pc:sldMkLst>
      </pc:sldChg>
      <pc:sldChg chg="add del">
        <pc:chgData name="Giulia Grisot" userId="6782c791-7cd2-4a18-952a-f84de89912a6" providerId="ADAL" clId="{6718FAB6-2E09-8840-9F0A-B23748452FB6}" dt="2025-06-26T15:21:34.503" v="306" actId="2696"/>
        <pc:sldMkLst>
          <pc:docMk/>
          <pc:sldMk cId="0" sldId="585"/>
        </pc:sldMkLst>
      </pc:sldChg>
      <pc:sldChg chg="add del">
        <pc:chgData name="Giulia Grisot" userId="6782c791-7cd2-4a18-952a-f84de89912a6" providerId="ADAL" clId="{6718FAB6-2E09-8840-9F0A-B23748452FB6}" dt="2025-06-26T15:21:34.820" v="307" actId="2696"/>
        <pc:sldMkLst>
          <pc:docMk/>
          <pc:sldMk cId="0" sldId="586"/>
        </pc:sldMkLst>
      </pc:sldChg>
      <pc:sldChg chg="add del">
        <pc:chgData name="Giulia Grisot" userId="6782c791-7cd2-4a18-952a-f84de89912a6" providerId="ADAL" clId="{6718FAB6-2E09-8840-9F0A-B23748452FB6}" dt="2025-06-26T15:21:35.122" v="308" actId="2696"/>
        <pc:sldMkLst>
          <pc:docMk/>
          <pc:sldMk cId="0" sldId="587"/>
        </pc:sldMkLst>
      </pc:sldChg>
      <pc:sldChg chg="add del">
        <pc:chgData name="Giulia Grisot" userId="6782c791-7cd2-4a18-952a-f84de89912a6" providerId="ADAL" clId="{6718FAB6-2E09-8840-9F0A-B23748452FB6}" dt="2025-06-26T15:21:35.484" v="309" actId="2696"/>
        <pc:sldMkLst>
          <pc:docMk/>
          <pc:sldMk cId="0" sldId="588"/>
        </pc:sldMkLst>
      </pc:sldChg>
      <pc:sldChg chg="add del">
        <pc:chgData name="Giulia Grisot" userId="6782c791-7cd2-4a18-952a-f84de89912a6" providerId="ADAL" clId="{6718FAB6-2E09-8840-9F0A-B23748452FB6}" dt="2025-06-26T15:21:35.795" v="310" actId="2696"/>
        <pc:sldMkLst>
          <pc:docMk/>
          <pc:sldMk cId="0" sldId="589"/>
        </pc:sldMkLst>
      </pc:sldChg>
      <pc:sldChg chg="add del">
        <pc:chgData name="Giulia Grisot" userId="6782c791-7cd2-4a18-952a-f84de89912a6" providerId="ADAL" clId="{6718FAB6-2E09-8840-9F0A-B23748452FB6}" dt="2025-06-26T15:21:36.337" v="311" actId="2696"/>
        <pc:sldMkLst>
          <pc:docMk/>
          <pc:sldMk cId="0" sldId="590"/>
        </pc:sldMkLst>
      </pc:sldChg>
      <pc:sldChg chg="add del">
        <pc:chgData name="Giulia Grisot" userId="6782c791-7cd2-4a18-952a-f84de89912a6" providerId="ADAL" clId="{6718FAB6-2E09-8840-9F0A-B23748452FB6}" dt="2025-06-26T15:21:36.978" v="312" actId="2696"/>
        <pc:sldMkLst>
          <pc:docMk/>
          <pc:sldMk cId="0" sldId="591"/>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8E1F231-9AC5-4D01-8E75-0CF32A99A2D7}" type="doc">
      <dgm:prSet loTypeId="urn:microsoft.com/office/officeart/2005/8/layout/hierarchy1" loCatId="hierarchy" qsTypeId="urn:microsoft.com/office/officeart/2005/8/quickstyle/simple5" qsCatId="simple" csTypeId="urn:microsoft.com/office/officeart/2005/8/colors/colorful5" csCatId="colorful" phldr="1"/>
      <dgm:spPr/>
      <dgm:t>
        <a:bodyPr/>
        <a:lstStyle/>
        <a:p>
          <a:endParaRPr lang="en-US"/>
        </a:p>
      </dgm:t>
    </dgm:pt>
    <dgm:pt modelId="{E1122D1C-6B92-49B8-8E96-6E497C3E0AD2}">
      <dgm:prSet custT="1"/>
      <dgm:spPr/>
      <dgm:t>
        <a:bodyPr anchor="t"/>
        <a:lstStyle/>
        <a:p>
          <a:pPr marL="187325" indent="-44450">
            <a:lnSpc>
              <a:spcPct val="100000"/>
            </a:lnSpc>
            <a:tabLst/>
          </a:pPr>
          <a:r>
            <a:rPr lang="en-GB" sz="1600" b="1" i="0" dirty="0">
              <a:latin typeface="Calibri"/>
              <a:cs typeface="Calibri"/>
            </a:rPr>
            <a:t>Close reading</a:t>
          </a:r>
          <a:endParaRPr lang="en-GB" sz="1400" dirty="0">
            <a:latin typeface="Calibri"/>
            <a:cs typeface="Calibri"/>
          </a:endParaRPr>
        </a:p>
        <a:p>
          <a:pPr marL="187325" indent="-44450" rtl="0">
            <a:lnSpc>
              <a:spcPct val="100000"/>
            </a:lnSpc>
            <a:tabLst/>
          </a:pPr>
          <a:r>
            <a:rPr lang="en-GB" sz="1400" dirty="0">
              <a:latin typeface="Calibri"/>
              <a:cs typeface="Calibri"/>
            </a:rPr>
            <a:t> A </a:t>
          </a:r>
          <a:r>
            <a:rPr lang="en-GB" sz="1400" b="0" i="0" dirty="0">
              <a:latin typeface="Calibri"/>
              <a:cs typeface="Calibri"/>
            </a:rPr>
            <a:t>method of literary analysis that emphasises the </a:t>
          </a:r>
          <a:r>
            <a:rPr lang="en-GB" sz="1400" b="1" i="0" dirty="0">
              <a:latin typeface="Calibri"/>
              <a:cs typeface="Calibri"/>
            </a:rPr>
            <a:t>close examination of a text </a:t>
          </a:r>
          <a:r>
            <a:rPr lang="en-GB" sz="1400" b="0" i="0" dirty="0">
              <a:latin typeface="Calibri"/>
              <a:cs typeface="Calibri"/>
            </a:rPr>
            <a:t>-- often focusing on its </a:t>
          </a:r>
          <a:r>
            <a:rPr lang="en-GB" sz="1400" b="1" i="0" dirty="0">
              <a:latin typeface="Calibri"/>
              <a:cs typeface="Calibri"/>
            </a:rPr>
            <a:t>individual words</a:t>
          </a:r>
          <a:r>
            <a:rPr lang="en-GB" sz="1400" b="0" i="0" dirty="0">
              <a:latin typeface="Calibri"/>
              <a:cs typeface="Calibri"/>
            </a:rPr>
            <a:t>, phrases, and sentences – and on the search for an </a:t>
          </a:r>
          <a:r>
            <a:rPr lang="en-GB" sz="1400" b="1" i="0" dirty="0">
              <a:latin typeface="Calibri"/>
              <a:cs typeface="Calibri"/>
            </a:rPr>
            <a:t>interpretation/meaning</a:t>
          </a:r>
          <a:r>
            <a:rPr lang="en-GB" sz="1400" b="0" i="0" dirty="0">
              <a:latin typeface="Calibri"/>
              <a:cs typeface="Calibri"/>
            </a:rPr>
            <a:t>, often within a </a:t>
          </a:r>
          <a:r>
            <a:rPr lang="en-GB" sz="1400" b="1" i="0" dirty="0">
              <a:latin typeface="Calibri"/>
              <a:cs typeface="Calibri"/>
            </a:rPr>
            <a:t>literary movement</a:t>
          </a:r>
          <a:endParaRPr lang="en-US" sz="1400" b="1" dirty="0">
            <a:latin typeface="Calibri"/>
            <a:cs typeface="Calibri"/>
          </a:endParaRPr>
        </a:p>
      </dgm:t>
    </dgm:pt>
    <dgm:pt modelId="{6DBFED8A-3561-4557-A87D-F31FBF2F2A21}" type="parTrans" cxnId="{AE6E6FA9-8743-47F3-8B36-C65B01848CCF}">
      <dgm:prSet/>
      <dgm:spPr/>
      <dgm:t>
        <a:bodyPr/>
        <a:lstStyle/>
        <a:p>
          <a:endParaRPr lang="en-US" sz="2000"/>
        </a:p>
      </dgm:t>
    </dgm:pt>
    <dgm:pt modelId="{61A6342D-9A25-4029-9E14-4CC995625727}" type="sibTrans" cxnId="{AE6E6FA9-8743-47F3-8B36-C65B01848CCF}">
      <dgm:prSet/>
      <dgm:spPr/>
      <dgm:t>
        <a:bodyPr/>
        <a:lstStyle/>
        <a:p>
          <a:endParaRPr lang="en-US"/>
        </a:p>
      </dgm:t>
    </dgm:pt>
    <dgm:pt modelId="{05A1DD13-0CF8-435D-91B0-0CD3F634E93A}">
      <dgm:prSet custT="1"/>
      <dgm:spPr/>
      <dgm:t>
        <a:bodyPr anchor="t"/>
        <a:lstStyle/>
        <a:p>
          <a:pPr marL="14288" indent="0">
            <a:lnSpc>
              <a:spcPct val="100000"/>
            </a:lnSpc>
            <a:tabLst/>
          </a:pPr>
          <a:r>
            <a:rPr lang="en-GB" sz="1600" b="1" i="0" dirty="0">
              <a:latin typeface="Calibri"/>
              <a:cs typeface="Calibri"/>
            </a:rPr>
            <a:t>Distant reading</a:t>
          </a:r>
        </a:p>
        <a:p>
          <a:pPr marL="14288" indent="0">
            <a:lnSpc>
              <a:spcPct val="100000"/>
            </a:lnSpc>
            <a:tabLst/>
          </a:pPr>
          <a:r>
            <a:rPr lang="en-GB" sz="1400" b="0" i="0" dirty="0">
              <a:latin typeface="Calibri"/>
              <a:cs typeface="Calibri"/>
            </a:rPr>
            <a:t>An approach that </a:t>
          </a:r>
          <a:r>
            <a:rPr lang="en-GB" sz="1400" b="1" i="0" dirty="0">
              <a:latin typeface="Calibri"/>
              <a:cs typeface="Calibri"/>
            </a:rPr>
            <a:t>uses computational methods</a:t>
          </a:r>
          <a:r>
            <a:rPr lang="en-GB" sz="1400" b="0" i="0" dirty="0">
              <a:latin typeface="Calibri"/>
              <a:cs typeface="Calibri"/>
            </a:rPr>
            <a:t> to analyse </a:t>
          </a:r>
          <a:r>
            <a:rPr lang="en-GB" sz="1400" b="1" i="0" dirty="0">
              <a:latin typeface="Calibri"/>
              <a:cs typeface="Calibri"/>
            </a:rPr>
            <a:t>large datasets of texts </a:t>
          </a:r>
          <a:r>
            <a:rPr lang="en-GB" sz="1400" b="0" i="0" dirty="0">
              <a:latin typeface="Calibri"/>
              <a:cs typeface="Calibri"/>
            </a:rPr>
            <a:t>in order to </a:t>
          </a:r>
          <a:r>
            <a:rPr lang="en-GB" sz="1400" b="1" i="0" dirty="0">
              <a:latin typeface="Calibri"/>
              <a:cs typeface="Calibri"/>
            </a:rPr>
            <a:t>identify patterns and trends </a:t>
          </a:r>
          <a:r>
            <a:rPr lang="en-GB" sz="1400" b="0" i="0" dirty="0">
              <a:latin typeface="Calibri"/>
              <a:cs typeface="Calibri"/>
            </a:rPr>
            <a:t>across a corpus.</a:t>
          </a:r>
          <a:endParaRPr lang="en-US" sz="1400" dirty="0">
            <a:latin typeface="Calibri"/>
            <a:cs typeface="Calibri"/>
          </a:endParaRPr>
        </a:p>
      </dgm:t>
    </dgm:pt>
    <dgm:pt modelId="{C507A795-5616-4528-BFE1-F334087AE164}" type="parTrans" cxnId="{8BD7BB35-3342-405C-B3A7-B136B0731C48}">
      <dgm:prSet/>
      <dgm:spPr/>
      <dgm:t>
        <a:bodyPr/>
        <a:lstStyle/>
        <a:p>
          <a:endParaRPr lang="en-US" sz="2000"/>
        </a:p>
      </dgm:t>
    </dgm:pt>
    <dgm:pt modelId="{1498C2F8-6488-4EFA-8702-DBA41F370C7A}" type="sibTrans" cxnId="{8BD7BB35-3342-405C-B3A7-B136B0731C48}">
      <dgm:prSet/>
      <dgm:spPr/>
      <dgm:t>
        <a:bodyPr/>
        <a:lstStyle/>
        <a:p>
          <a:endParaRPr lang="en-US"/>
        </a:p>
      </dgm:t>
    </dgm:pt>
    <dgm:pt modelId="{C54EF4CE-389B-F54B-BA01-2EC957D0646B}" type="pres">
      <dgm:prSet presAssocID="{C8E1F231-9AC5-4D01-8E75-0CF32A99A2D7}" presName="hierChild1" presStyleCnt="0">
        <dgm:presLayoutVars>
          <dgm:chPref val="1"/>
          <dgm:dir/>
          <dgm:animOne val="branch"/>
          <dgm:animLvl val="lvl"/>
          <dgm:resizeHandles/>
        </dgm:presLayoutVars>
      </dgm:prSet>
      <dgm:spPr/>
    </dgm:pt>
    <dgm:pt modelId="{22CB951E-2839-3A46-AAAF-F56226CE2BB0}" type="pres">
      <dgm:prSet presAssocID="{E1122D1C-6B92-49B8-8E96-6E497C3E0AD2}" presName="hierRoot1" presStyleCnt="0"/>
      <dgm:spPr/>
    </dgm:pt>
    <dgm:pt modelId="{1DBF7478-5A40-5241-BA42-CC5F1E04D3E9}" type="pres">
      <dgm:prSet presAssocID="{E1122D1C-6B92-49B8-8E96-6E497C3E0AD2}" presName="composite" presStyleCnt="0"/>
      <dgm:spPr/>
    </dgm:pt>
    <dgm:pt modelId="{444A6AF6-46E8-C347-AC08-10CB11F31C44}" type="pres">
      <dgm:prSet presAssocID="{E1122D1C-6B92-49B8-8E96-6E497C3E0AD2}" presName="background" presStyleLbl="node0" presStyleIdx="0" presStyleCnt="2"/>
      <dgm:spPr/>
    </dgm:pt>
    <dgm:pt modelId="{F24A807D-E76E-E14E-A4E1-7B9318238813}" type="pres">
      <dgm:prSet presAssocID="{E1122D1C-6B92-49B8-8E96-6E497C3E0AD2}" presName="text" presStyleLbl="fgAcc0" presStyleIdx="0" presStyleCnt="2" custScaleY="123955">
        <dgm:presLayoutVars>
          <dgm:chPref val="3"/>
        </dgm:presLayoutVars>
      </dgm:prSet>
      <dgm:spPr/>
    </dgm:pt>
    <dgm:pt modelId="{55485F7F-29F2-5941-8D92-977C09425F8E}" type="pres">
      <dgm:prSet presAssocID="{E1122D1C-6B92-49B8-8E96-6E497C3E0AD2}" presName="hierChild2" presStyleCnt="0"/>
      <dgm:spPr/>
    </dgm:pt>
    <dgm:pt modelId="{D4FEB49A-64A9-9145-9931-97CC958A9BB8}" type="pres">
      <dgm:prSet presAssocID="{05A1DD13-0CF8-435D-91B0-0CD3F634E93A}" presName="hierRoot1" presStyleCnt="0"/>
      <dgm:spPr/>
    </dgm:pt>
    <dgm:pt modelId="{12ECB6A5-78ED-E64B-9FF2-0E66F16424FC}" type="pres">
      <dgm:prSet presAssocID="{05A1DD13-0CF8-435D-91B0-0CD3F634E93A}" presName="composite" presStyleCnt="0"/>
      <dgm:spPr/>
    </dgm:pt>
    <dgm:pt modelId="{62897146-C905-3848-9CBC-3CE5199416A9}" type="pres">
      <dgm:prSet presAssocID="{05A1DD13-0CF8-435D-91B0-0CD3F634E93A}" presName="background" presStyleLbl="node0" presStyleIdx="1" presStyleCnt="2"/>
      <dgm:spPr/>
    </dgm:pt>
    <dgm:pt modelId="{8ABB262D-85EB-644E-850E-F410CCE02196}" type="pres">
      <dgm:prSet presAssocID="{05A1DD13-0CF8-435D-91B0-0CD3F634E93A}" presName="text" presStyleLbl="fgAcc0" presStyleIdx="1" presStyleCnt="2">
        <dgm:presLayoutVars>
          <dgm:chPref val="3"/>
        </dgm:presLayoutVars>
      </dgm:prSet>
      <dgm:spPr/>
    </dgm:pt>
    <dgm:pt modelId="{859035A6-0534-464A-ACA6-D5008A62509E}" type="pres">
      <dgm:prSet presAssocID="{05A1DD13-0CF8-435D-91B0-0CD3F634E93A}" presName="hierChild2" presStyleCnt="0"/>
      <dgm:spPr/>
    </dgm:pt>
  </dgm:ptLst>
  <dgm:cxnLst>
    <dgm:cxn modelId="{E759C733-2DE6-3E46-9C5C-BAC3737C1D13}" type="presOf" srcId="{C8E1F231-9AC5-4D01-8E75-0CF32A99A2D7}" destId="{C54EF4CE-389B-F54B-BA01-2EC957D0646B}" srcOrd="0" destOrd="0" presId="urn:microsoft.com/office/officeart/2005/8/layout/hierarchy1"/>
    <dgm:cxn modelId="{8BD7BB35-3342-405C-B3A7-B136B0731C48}" srcId="{C8E1F231-9AC5-4D01-8E75-0CF32A99A2D7}" destId="{05A1DD13-0CF8-435D-91B0-0CD3F634E93A}" srcOrd="1" destOrd="0" parTransId="{C507A795-5616-4528-BFE1-F334087AE164}" sibTransId="{1498C2F8-6488-4EFA-8702-DBA41F370C7A}"/>
    <dgm:cxn modelId="{DF793778-EF4B-0840-8E31-43A83BFAB706}" type="presOf" srcId="{E1122D1C-6B92-49B8-8E96-6E497C3E0AD2}" destId="{F24A807D-E76E-E14E-A4E1-7B9318238813}" srcOrd="0" destOrd="0" presId="urn:microsoft.com/office/officeart/2005/8/layout/hierarchy1"/>
    <dgm:cxn modelId="{AE6E6FA9-8743-47F3-8B36-C65B01848CCF}" srcId="{C8E1F231-9AC5-4D01-8E75-0CF32A99A2D7}" destId="{E1122D1C-6B92-49B8-8E96-6E497C3E0AD2}" srcOrd="0" destOrd="0" parTransId="{6DBFED8A-3561-4557-A87D-F31FBF2F2A21}" sibTransId="{61A6342D-9A25-4029-9E14-4CC995625727}"/>
    <dgm:cxn modelId="{66881AC9-2DF1-5141-AAB0-01A0171997FE}" type="presOf" srcId="{05A1DD13-0CF8-435D-91B0-0CD3F634E93A}" destId="{8ABB262D-85EB-644E-850E-F410CCE02196}" srcOrd="0" destOrd="0" presId="urn:microsoft.com/office/officeart/2005/8/layout/hierarchy1"/>
    <dgm:cxn modelId="{6363BB50-34ED-BB4B-A293-5B4E6E87033D}" type="presParOf" srcId="{C54EF4CE-389B-F54B-BA01-2EC957D0646B}" destId="{22CB951E-2839-3A46-AAAF-F56226CE2BB0}" srcOrd="0" destOrd="0" presId="urn:microsoft.com/office/officeart/2005/8/layout/hierarchy1"/>
    <dgm:cxn modelId="{CACE4906-962A-D34A-868B-E4EC925155B3}" type="presParOf" srcId="{22CB951E-2839-3A46-AAAF-F56226CE2BB0}" destId="{1DBF7478-5A40-5241-BA42-CC5F1E04D3E9}" srcOrd="0" destOrd="0" presId="urn:microsoft.com/office/officeart/2005/8/layout/hierarchy1"/>
    <dgm:cxn modelId="{7E0A66E0-112A-9349-BA1E-31A827B4E88A}" type="presParOf" srcId="{1DBF7478-5A40-5241-BA42-CC5F1E04D3E9}" destId="{444A6AF6-46E8-C347-AC08-10CB11F31C44}" srcOrd="0" destOrd="0" presId="urn:microsoft.com/office/officeart/2005/8/layout/hierarchy1"/>
    <dgm:cxn modelId="{EA22C813-D9D6-9B4F-9B65-2EB95FBC7000}" type="presParOf" srcId="{1DBF7478-5A40-5241-BA42-CC5F1E04D3E9}" destId="{F24A807D-E76E-E14E-A4E1-7B9318238813}" srcOrd="1" destOrd="0" presId="urn:microsoft.com/office/officeart/2005/8/layout/hierarchy1"/>
    <dgm:cxn modelId="{0583858A-BC00-9A4C-A9EF-D2ED3A54E6C4}" type="presParOf" srcId="{22CB951E-2839-3A46-AAAF-F56226CE2BB0}" destId="{55485F7F-29F2-5941-8D92-977C09425F8E}" srcOrd="1" destOrd="0" presId="urn:microsoft.com/office/officeart/2005/8/layout/hierarchy1"/>
    <dgm:cxn modelId="{8E50E4CE-12D5-464E-88FA-D9D74212800D}" type="presParOf" srcId="{C54EF4CE-389B-F54B-BA01-2EC957D0646B}" destId="{D4FEB49A-64A9-9145-9931-97CC958A9BB8}" srcOrd="1" destOrd="0" presId="urn:microsoft.com/office/officeart/2005/8/layout/hierarchy1"/>
    <dgm:cxn modelId="{16522D5E-CA1E-3A4D-8661-F07FEEAE9BF3}" type="presParOf" srcId="{D4FEB49A-64A9-9145-9931-97CC958A9BB8}" destId="{12ECB6A5-78ED-E64B-9FF2-0E66F16424FC}" srcOrd="0" destOrd="0" presId="urn:microsoft.com/office/officeart/2005/8/layout/hierarchy1"/>
    <dgm:cxn modelId="{337DCED6-F4AE-3549-8E3B-7C1A29E929FF}" type="presParOf" srcId="{12ECB6A5-78ED-E64B-9FF2-0E66F16424FC}" destId="{62897146-C905-3848-9CBC-3CE5199416A9}" srcOrd="0" destOrd="0" presId="urn:microsoft.com/office/officeart/2005/8/layout/hierarchy1"/>
    <dgm:cxn modelId="{4F2D9140-FF7C-7242-A3F9-7C6343D60C1B}" type="presParOf" srcId="{12ECB6A5-78ED-E64B-9FF2-0E66F16424FC}" destId="{8ABB262D-85EB-644E-850E-F410CCE02196}" srcOrd="1" destOrd="0" presId="urn:microsoft.com/office/officeart/2005/8/layout/hierarchy1"/>
    <dgm:cxn modelId="{51C3DA4B-4AA1-2841-B62B-D5E5B5AA051F}" type="presParOf" srcId="{D4FEB49A-64A9-9145-9931-97CC958A9BB8}" destId="{859035A6-0534-464A-ACA6-D5008A62509E}" srcOrd="1" destOrd="0" presId="urn:microsoft.com/office/officeart/2005/8/layout/hierarchy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4A6AF6-46E8-C347-AC08-10CB11F31C44}">
      <dsp:nvSpPr>
        <dsp:cNvPr id="0" name=""/>
        <dsp:cNvSpPr/>
      </dsp:nvSpPr>
      <dsp:spPr>
        <a:xfrm>
          <a:off x="845" y="529016"/>
          <a:ext cx="2969033" cy="2336968"/>
        </a:xfrm>
        <a:prstGeom prst="roundRect">
          <a:avLst>
            <a:gd name="adj" fmla="val 1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F24A807D-E76E-E14E-A4E1-7B9318238813}">
      <dsp:nvSpPr>
        <dsp:cNvPr id="0" name=""/>
        <dsp:cNvSpPr/>
      </dsp:nvSpPr>
      <dsp:spPr>
        <a:xfrm>
          <a:off x="330738" y="842414"/>
          <a:ext cx="2969033" cy="2336968"/>
        </a:xfrm>
        <a:prstGeom prst="roundRect">
          <a:avLst>
            <a:gd name="adj" fmla="val 10000"/>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0960" tIns="60960" rIns="60960" bIns="60960" numCol="1" spcCol="1270" anchor="t" anchorCtr="0">
          <a:noAutofit/>
        </a:bodyPr>
        <a:lstStyle/>
        <a:p>
          <a:pPr marL="187325" lvl="0" indent="-44450" algn="ctr" defTabSz="711200">
            <a:lnSpc>
              <a:spcPct val="100000"/>
            </a:lnSpc>
            <a:spcBef>
              <a:spcPct val="0"/>
            </a:spcBef>
            <a:spcAft>
              <a:spcPct val="35000"/>
            </a:spcAft>
            <a:buNone/>
            <a:tabLst/>
          </a:pPr>
          <a:r>
            <a:rPr lang="en-GB" sz="1600" b="1" i="0" kern="1200" dirty="0">
              <a:latin typeface="Calibri"/>
              <a:cs typeface="Calibri"/>
            </a:rPr>
            <a:t>Close reading</a:t>
          </a:r>
          <a:endParaRPr lang="en-GB" sz="1400" kern="1200" dirty="0">
            <a:latin typeface="Calibri"/>
            <a:cs typeface="Calibri"/>
          </a:endParaRPr>
        </a:p>
        <a:p>
          <a:pPr marL="187325" lvl="0" indent="-44450" algn="ctr" defTabSz="711200" rtl="0">
            <a:lnSpc>
              <a:spcPct val="100000"/>
            </a:lnSpc>
            <a:spcBef>
              <a:spcPct val="0"/>
            </a:spcBef>
            <a:spcAft>
              <a:spcPct val="35000"/>
            </a:spcAft>
            <a:buNone/>
            <a:tabLst/>
          </a:pPr>
          <a:r>
            <a:rPr lang="en-GB" sz="1400" kern="1200" dirty="0">
              <a:latin typeface="Calibri"/>
              <a:cs typeface="Calibri"/>
            </a:rPr>
            <a:t> A </a:t>
          </a:r>
          <a:r>
            <a:rPr lang="en-GB" sz="1400" b="0" i="0" kern="1200" dirty="0">
              <a:latin typeface="Calibri"/>
              <a:cs typeface="Calibri"/>
            </a:rPr>
            <a:t>method of literary analysis that emphasises the </a:t>
          </a:r>
          <a:r>
            <a:rPr lang="en-GB" sz="1400" b="1" i="0" kern="1200" dirty="0">
              <a:latin typeface="Calibri"/>
              <a:cs typeface="Calibri"/>
            </a:rPr>
            <a:t>close examination of a text </a:t>
          </a:r>
          <a:r>
            <a:rPr lang="en-GB" sz="1400" b="0" i="0" kern="1200" dirty="0">
              <a:latin typeface="Calibri"/>
              <a:cs typeface="Calibri"/>
            </a:rPr>
            <a:t>-- often focusing on its </a:t>
          </a:r>
          <a:r>
            <a:rPr lang="en-GB" sz="1400" b="1" i="0" kern="1200" dirty="0">
              <a:latin typeface="Calibri"/>
              <a:cs typeface="Calibri"/>
            </a:rPr>
            <a:t>individual words</a:t>
          </a:r>
          <a:r>
            <a:rPr lang="en-GB" sz="1400" b="0" i="0" kern="1200" dirty="0">
              <a:latin typeface="Calibri"/>
              <a:cs typeface="Calibri"/>
            </a:rPr>
            <a:t>, phrases, and sentences – and on the search for an </a:t>
          </a:r>
          <a:r>
            <a:rPr lang="en-GB" sz="1400" b="1" i="0" kern="1200" dirty="0">
              <a:latin typeface="Calibri"/>
              <a:cs typeface="Calibri"/>
            </a:rPr>
            <a:t>interpretation/meaning</a:t>
          </a:r>
          <a:r>
            <a:rPr lang="en-GB" sz="1400" b="0" i="0" kern="1200" dirty="0">
              <a:latin typeface="Calibri"/>
              <a:cs typeface="Calibri"/>
            </a:rPr>
            <a:t>, often within a </a:t>
          </a:r>
          <a:r>
            <a:rPr lang="en-GB" sz="1400" b="1" i="0" kern="1200" dirty="0">
              <a:latin typeface="Calibri"/>
              <a:cs typeface="Calibri"/>
            </a:rPr>
            <a:t>literary movement</a:t>
          </a:r>
          <a:endParaRPr lang="en-US" sz="1400" b="1" kern="1200" dirty="0">
            <a:latin typeface="Calibri"/>
            <a:cs typeface="Calibri"/>
          </a:endParaRPr>
        </a:p>
      </dsp:txBody>
      <dsp:txXfrm>
        <a:off x="399185" y="910861"/>
        <a:ext cx="2832139" cy="2200074"/>
      </dsp:txXfrm>
    </dsp:sp>
    <dsp:sp modelId="{62897146-C905-3848-9CBC-3CE5199416A9}">
      <dsp:nvSpPr>
        <dsp:cNvPr id="0" name=""/>
        <dsp:cNvSpPr/>
      </dsp:nvSpPr>
      <dsp:spPr>
        <a:xfrm>
          <a:off x="3629664" y="529016"/>
          <a:ext cx="2969033" cy="1885336"/>
        </a:xfrm>
        <a:prstGeom prst="roundRect">
          <a:avLst>
            <a:gd name="adj" fmla="val 1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8ABB262D-85EB-644E-850E-F410CCE02196}">
      <dsp:nvSpPr>
        <dsp:cNvPr id="0" name=""/>
        <dsp:cNvSpPr/>
      </dsp:nvSpPr>
      <dsp:spPr>
        <a:xfrm>
          <a:off x="3959557" y="842414"/>
          <a:ext cx="2969033" cy="1885336"/>
        </a:xfrm>
        <a:prstGeom prst="roundRect">
          <a:avLst>
            <a:gd name="adj" fmla="val 10000"/>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0960" tIns="60960" rIns="60960" bIns="60960" numCol="1" spcCol="1270" anchor="t" anchorCtr="0">
          <a:noAutofit/>
        </a:bodyPr>
        <a:lstStyle/>
        <a:p>
          <a:pPr marL="14288" lvl="0" indent="0" algn="ctr" defTabSz="711200">
            <a:lnSpc>
              <a:spcPct val="100000"/>
            </a:lnSpc>
            <a:spcBef>
              <a:spcPct val="0"/>
            </a:spcBef>
            <a:spcAft>
              <a:spcPct val="35000"/>
            </a:spcAft>
            <a:buNone/>
            <a:tabLst/>
          </a:pPr>
          <a:r>
            <a:rPr lang="en-GB" sz="1600" b="1" i="0" kern="1200" dirty="0">
              <a:latin typeface="Calibri"/>
              <a:cs typeface="Calibri"/>
            </a:rPr>
            <a:t>Distant reading</a:t>
          </a:r>
        </a:p>
        <a:p>
          <a:pPr marL="14288" lvl="0" indent="0" algn="ctr" defTabSz="711200">
            <a:lnSpc>
              <a:spcPct val="100000"/>
            </a:lnSpc>
            <a:spcBef>
              <a:spcPct val="0"/>
            </a:spcBef>
            <a:spcAft>
              <a:spcPct val="35000"/>
            </a:spcAft>
            <a:buNone/>
            <a:tabLst/>
          </a:pPr>
          <a:r>
            <a:rPr lang="en-GB" sz="1400" b="0" i="0" kern="1200" dirty="0">
              <a:latin typeface="Calibri"/>
              <a:cs typeface="Calibri"/>
            </a:rPr>
            <a:t>An approach that </a:t>
          </a:r>
          <a:r>
            <a:rPr lang="en-GB" sz="1400" b="1" i="0" kern="1200" dirty="0">
              <a:latin typeface="Calibri"/>
              <a:cs typeface="Calibri"/>
            </a:rPr>
            <a:t>uses computational methods</a:t>
          </a:r>
          <a:r>
            <a:rPr lang="en-GB" sz="1400" b="0" i="0" kern="1200" dirty="0">
              <a:latin typeface="Calibri"/>
              <a:cs typeface="Calibri"/>
            </a:rPr>
            <a:t> to analyse </a:t>
          </a:r>
          <a:r>
            <a:rPr lang="en-GB" sz="1400" b="1" i="0" kern="1200" dirty="0">
              <a:latin typeface="Calibri"/>
              <a:cs typeface="Calibri"/>
            </a:rPr>
            <a:t>large datasets of texts </a:t>
          </a:r>
          <a:r>
            <a:rPr lang="en-GB" sz="1400" b="0" i="0" kern="1200" dirty="0">
              <a:latin typeface="Calibri"/>
              <a:cs typeface="Calibri"/>
            </a:rPr>
            <a:t>in order to </a:t>
          </a:r>
          <a:r>
            <a:rPr lang="en-GB" sz="1400" b="1" i="0" kern="1200" dirty="0">
              <a:latin typeface="Calibri"/>
              <a:cs typeface="Calibri"/>
            </a:rPr>
            <a:t>identify patterns and trends </a:t>
          </a:r>
          <a:r>
            <a:rPr lang="en-GB" sz="1400" b="0" i="0" kern="1200" dirty="0">
              <a:latin typeface="Calibri"/>
              <a:cs typeface="Calibri"/>
            </a:rPr>
            <a:t>across a corpus.</a:t>
          </a:r>
          <a:endParaRPr lang="en-US" sz="1400" kern="1200" dirty="0">
            <a:latin typeface="Calibri"/>
            <a:cs typeface="Calibri"/>
          </a:endParaRPr>
        </a:p>
      </dsp:txBody>
      <dsp:txXfrm>
        <a:off x="4014777" y="897634"/>
        <a:ext cx="2858593" cy="1774896"/>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16ACE0-A289-5D4B-A09D-FDB091DD6595}" type="datetimeFigureOut">
              <a:rPr lang="en-GB" smtClean="0"/>
              <a:t>30/06/2025</a:t>
            </a:fld>
            <a:endParaRPr lang="en-GB"/>
          </a:p>
        </p:txBody>
      </p:sp>
      <p:sp>
        <p:nvSpPr>
          <p:cNvPr id="4" name="Slide Image Placeholder 3"/>
          <p:cNvSpPr>
            <a:spLocks noGrp="1" noRot="1" noChangeAspect="1"/>
          </p:cNvSpPr>
          <p:nvPr>
            <p:ph type="sldImg" idx="2"/>
          </p:nvPr>
        </p:nvSpPr>
        <p:spPr>
          <a:xfrm>
            <a:off x="960438" y="1143000"/>
            <a:ext cx="4937125"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A541109-16F3-DE45-8CE3-DCD3D3E36C0A}" type="slidenum">
              <a:rPr lang="en-GB" smtClean="0"/>
              <a:t>‹#›</a:t>
            </a:fld>
            <a:endParaRPr lang="en-GB"/>
          </a:p>
        </p:txBody>
      </p:sp>
    </p:spTree>
    <p:extLst>
      <p:ext uri="{BB962C8B-B14F-4D97-AF65-F5344CB8AC3E}">
        <p14:creationId xmlns:p14="http://schemas.microsoft.com/office/powerpoint/2010/main" val="4272199288"/>
      </p:ext>
    </p:extLst>
  </p:cSld>
  <p:clrMap bg1="lt1" tx1="dk1" bg2="lt2" tx2="dk2" accent1="accent1" accent2="accent2" accent3="accent3" accent4="accent4" accent5="accent5" accent6="accent6" hlink="hlink" folHlink="folHlink"/>
  <p:notesStyle>
    <a:lvl1pPr marL="0" algn="l" defTabSz="713232" rtl="0" eaLnBrk="1" latinLnBrk="0" hangingPunct="1">
      <a:defRPr sz="936" kern="1200">
        <a:solidFill>
          <a:schemeClr val="tx1"/>
        </a:solidFill>
        <a:latin typeface="+mn-lt"/>
        <a:ea typeface="+mn-ea"/>
        <a:cs typeface="+mn-cs"/>
      </a:defRPr>
    </a:lvl1pPr>
    <a:lvl2pPr marL="356616" algn="l" defTabSz="713232" rtl="0" eaLnBrk="1" latinLnBrk="0" hangingPunct="1">
      <a:defRPr sz="936" kern="1200">
        <a:solidFill>
          <a:schemeClr val="tx1"/>
        </a:solidFill>
        <a:latin typeface="+mn-lt"/>
        <a:ea typeface="+mn-ea"/>
        <a:cs typeface="+mn-cs"/>
      </a:defRPr>
    </a:lvl2pPr>
    <a:lvl3pPr marL="713232" algn="l" defTabSz="713232" rtl="0" eaLnBrk="1" latinLnBrk="0" hangingPunct="1">
      <a:defRPr sz="936" kern="1200">
        <a:solidFill>
          <a:schemeClr val="tx1"/>
        </a:solidFill>
        <a:latin typeface="+mn-lt"/>
        <a:ea typeface="+mn-ea"/>
        <a:cs typeface="+mn-cs"/>
      </a:defRPr>
    </a:lvl3pPr>
    <a:lvl4pPr marL="1069848" algn="l" defTabSz="713232" rtl="0" eaLnBrk="1" latinLnBrk="0" hangingPunct="1">
      <a:defRPr sz="936" kern="1200">
        <a:solidFill>
          <a:schemeClr val="tx1"/>
        </a:solidFill>
        <a:latin typeface="+mn-lt"/>
        <a:ea typeface="+mn-ea"/>
        <a:cs typeface="+mn-cs"/>
      </a:defRPr>
    </a:lvl4pPr>
    <a:lvl5pPr marL="1426464" algn="l" defTabSz="713232" rtl="0" eaLnBrk="1" latinLnBrk="0" hangingPunct="1">
      <a:defRPr sz="936" kern="1200">
        <a:solidFill>
          <a:schemeClr val="tx1"/>
        </a:solidFill>
        <a:latin typeface="+mn-lt"/>
        <a:ea typeface="+mn-ea"/>
        <a:cs typeface="+mn-cs"/>
      </a:defRPr>
    </a:lvl5pPr>
    <a:lvl6pPr marL="1783080" algn="l" defTabSz="713232" rtl="0" eaLnBrk="1" latinLnBrk="0" hangingPunct="1">
      <a:defRPr sz="936" kern="1200">
        <a:solidFill>
          <a:schemeClr val="tx1"/>
        </a:solidFill>
        <a:latin typeface="+mn-lt"/>
        <a:ea typeface="+mn-ea"/>
        <a:cs typeface="+mn-cs"/>
      </a:defRPr>
    </a:lvl6pPr>
    <a:lvl7pPr marL="2139696" algn="l" defTabSz="713232" rtl="0" eaLnBrk="1" latinLnBrk="0" hangingPunct="1">
      <a:defRPr sz="936" kern="1200">
        <a:solidFill>
          <a:schemeClr val="tx1"/>
        </a:solidFill>
        <a:latin typeface="+mn-lt"/>
        <a:ea typeface="+mn-ea"/>
        <a:cs typeface="+mn-cs"/>
      </a:defRPr>
    </a:lvl7pPr>
    <a:lvl8pPr marL="2496312" algn="l" defTabSz="713232" rtl="0" eaLnBrk="1" latinLnBrk="0" hangingPunct="1">
      <a:defRPr sz="936" kern="1200">
        <a:solidFill>
          <a:schemeClr val="tx1"/>
        </a:solidFill>
        <a:latin typeface="+mn-lt"/>
        <a:ea typeface="+mn-ea"/>
        <a:cs typeface="+mn-cs"/>
      </a:defRPr>
    </a:lvl8pPr>
    <a:lvl9pPr marL="2852928" algn="l" defTabSz="713232" rtl="0" eaLnBrk="1" latinLnBrk="0" hangingPunct="1">
      <a:defRPr sz="93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fld id="{EA541109-16F3-DE45-8CE3-DCD3D3E36C0A}" type="slidenum">
              <a:rPr lang="en-GB" smtClean="0"/>
              <a:t>1</a:t>
            </a:fld>
            <a:endParaRPr lang="en-GB"/>
          </a:p>
        </p:txBody>
      </p:sp>
    </p:spTree>
    <p:extLst>
      <p:ext uri="{BB962C8B-B14F-4D97-AF65-F5344CB8AC3E}">
        <p14:creationId xmlns:p14="http://schemas.microsoft.com/office/powerpoint/2010/main" val="15005801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We are in an era where text is being</a:t>
            </a:r>
            <a:r>
              <a:rPr lang="en-GB" baseline="0" dirty="0"/>
              <a:t> digitised </a:t>
            </a:r>
            <a:r>
              <a:rPr dirty="0"/>
              <a:t>at scale. This allows us to ask new types of questions about language, culture, history, and ideas.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FC1D62E1-EE16-8E42-A3BC-C5A5A1560E6E}" type="slidenum">
              <a:rPr lang="en-US" smtClean="0"/>
              <a:t>3</a:t>
            </a:fld>
            <a:endParaRPr lang="en-US"/>
          </a:p>
        </p:txBody>
      </p:sp>
    </p:spTree>
    <p:extLst>
      <p:ext uri="{BB962C8B-B14F-4D97-AF65-F5344CB8AC3E}">
        <p14:creationId xmlns:p14="http://schemas.microsoft.com/office/powerpoint/2010/main" val="32204053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A541109-16F3-DE45-8CE3-DCD3D3E36C0A}" type="slidenum">
              <a:rPr lang="en-GB" smtClean="0"/>
              <a:t>4</a:t>
            </a:fld>
            <a:endParaRPr lang="en-GB"/>
          </a:p>
        </p:txBody>
      </p:sp>
    </p:spTree>
    <p:extLst>
      <p:ext uri="{BB962C8B-B14F-4D97-AF65-F5344CB8AC3E}">
        <p14:creationId xmlns:p14="http://schemas.microsoft.com/office/powerpoint/2010/main" val="20004928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A541109-16F3-DE45-8CE3-DCD3D3E36C0A}" type="slidenum">
              <a:rPr lang="en-GB" smtClean="0"/>
              <a:t>7</a:t>
            </a:fld>
            <a:endParaRPr lang="en-GB"/>
          </a:p>
        </p:txBody>
      </p:sp>
    </p:spTree>
    <p:extLst>
      <p:ext uri="{BB962C8B-B14F-4D97-AF65-F5344CB8AC3E}">
        <p14:creationId xmlns:p14="http://schemas.microsoft.com/office/powerpoint/2010/main" val="16450454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FC1D62E1-EE16-8E42-A3BC-C5A5A1560E6E}" type="slidenum">
              <a:rPr lang="en-US" smtClean="0"/>
              <a:t>9</a:t>
            </a:fld>
            <a:endParaRPr lang="en-US"/>
          </a:p>
        </p:txBody>
      </p:sp>
    </p:spTree>
    <p:extLst>
      <p:ext uri="{BB962C8B-B14F-4D97-AF65-F5344CB8AC3E}">
        <p14:creationId xmlns:p14="http://schemas.microsoft.com/office/powerpoint/2010/main" val="35128663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A541109-16F3-DE45-8CE3-DCD3D3E36C0A}" type="slidenum">
              <a:rPr lang="en-GB" smtClean="0"/>
              <a:t>10</a:t>
            </a:fld>
            <a:endParaRPr lang="en-GB"/>
          </a:p>
        </p:txBody>
      </p:sp>
    </p:spTree>
    <p:extLst>
      <p:ext uri="{BB962C8B-B14F-4D97-AF65-F5344CB8AC3E}">
        <p14:creationId xmlns:p14="http://schemas.microsoft.com/office/powerpoint/2010/main" val="11559400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Lack of context</a:t>
            </a:r>
            <a:r>
              <a:rPr lang="en-GB" dirty="0"/>
              <a:t>: Critics argue that distant reading methods are not able to take into account the historical, cultural, and social context of the texts being analysed. By focusing on quantitative data, distant reading methods may miss important nuances and subtleties in the texts.</a:t>
            </a:r>
            <a:endParaRPr lang="en-US" dirty="0"/>
          </a:p>
          <a:p>
            <a:r>
              <a:rPr lang="en-GB" b="1" dirty="0"/>
              <a:t>Lack of interpretation</a:t>
            </a:r>
            <a:r>
              <a:rPr lang="en-GB" dirty="0"/>
              <a:t>: Some critics argue that distant reading methods are not able to provide meaningful interpretation of the texts being analysed. They see the method as reductionist, focusing on data and statistics rather than on the complexity of literary texts.</a:t>
            </a:r>
          </a:p>
          <a:p>
            <a:r>
              <a:rPr lang="en-GB" b="1" dirty="0"/>
              <a:t>Bias in the data</a:t>
            </a:r>
            <a:r>
              <a:rPr lang="en-GB" dirty="0"/>
              <a:t>: Distant reading methods rely on large datasets of texts, which may not be representative of the literary corpus as a whole. For example, the availability of digital texts is still limited to texts that are in the public domain or that have been digitized by libraries and archives. This can lead to bias in the data and a lack of representation of certain literary traditions or authors.</a:t>
            </a:r>
          </a:p>
          <a:p>
            <a:r>
              <a:rPr lang="en-GB" b="1" dirty="0"/>
              <a:t>Limited scope</a:t>
            </a:r>
            <a:r>
              <a:rPr lang="en-GB" dirty="0"/>
              <a:t>: Distant reading methods are best suited for analysing patterns and trends across large datasets of texts. They are less effective for the close examination of individual texts.</a:t>
            </a:r>
          </a:p>
          <a:p>
            <a:r>
              <a:rPr lang="en-GB" b="1" dirty="0"/>
              <a:t>Lack of creativity</a:t>
            </a:r>
            <a:r>
              <a:rPr lang="en-GB" dirty="0"/>
              <a:t>: Some critics argue that distant reading methods stifle creativity by providing scholars with pre-defined patterns and trends to work with, rather than encouraging them to develop their own interpretations of the texts.</a:t>
            </a:r>
          </a:p>
          <a:p>
            <a:endParaRPr lang="en-GB" dirty="0"/>
          </a:p>
        </p:txBody>
      </p:sp>
      <p:sp>
        <p:nvSpPr>
          <p:cNvPr id="4" name="Slide Number Placeholder 3"/>
          <p:cNvSpPr>
            <a:spLocks noGrp="1"/>
          </p:cNvSpPr>
          <p:nvPr>
            <p:ph type="sldNum" sz="quarter" idx="5"/>
          </p:nvPr>
        </p:nvSpPr>
        <p:spPr/>
        <p:txBody>
          <a:bodyPr/>
          <a:lstStyle/>
          <a:p>
            <a:fld id="{EA541109-16F3-DE45-8CE3-DCD3D3E36C0A}" type="slidenum">
              <a:rPr lang="en-GB" smtClean="0"/>
              <a:t>11</a:t>
            </a:fld>
            <a:endParaRPr lang="en-GB"/>
          </a:p>
        </p:txBody>
      </p:sp>
    </p:spTree>
    <p:extLst>
      <p:ext uri="{BB962C8B-B14F-4D97-AF65-F5344CB8AC3E}">
        <p14:creationId xmlns:p14="http://schemas.microsoft.com/office/powerpoint/2010/main" val="37848297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questions were often impossible to ask before digital tools. Now they’re central to our research methods.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A541109-16F3-DE45-8CE3-DCD3D3E36C0A}" type="slidenum">
              <a:rPr lang="en-GB" smtClean="0"/>
              <a:t>13</a:t>
            </a:fld>
            <a:endParaRPr lang="en-GB"/>
          </a:p>
        </p:txBody>
      </p:sp>
    </p:spTree>
    <p:extLst>
      <p:ext uri="{BB962C8B-B14F-4D97-AF65-F5344CB8AC3E}">
        <p14:creationId xmlns:p14="http://schemas.microsoft.com/office/powerpoint/2010/main" val="29926910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e763bc5966_0_188: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0" name="Google Shape;180;ge763bc5966_0_188:notes"/>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8810B-C9CB-5969-D073-8AA76E23D4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33E3BA-25C9-4761-246A-5A309E46CA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89E882-1507-849B-7250-617026E3E5F4}"/>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14ABDBC5-0ABA-BDEC-0954-18BA74CA1926}"/>
              </a:ext>
            </a:extLst>
          </p:cNvPr>
          <p:cNvSpPr>
            <a:spLocks noGrp="1"/>
          </p:cNvSpPr>
          <p:nvPr>
            <p:ph type="sldNum" sz="quarter" idx="5"/>
          </p:nvPr>
        </p:nvSpPr>
        <p:spPr/>
        <p:txBody>
          <a:bodyPr/>
          <a:lstStyle/>
          <a:p>
            <a:fld id="{EA541109-16F3-DE45-8CE3-DCD3D3E36C0A}" type="slidenum">
              <a:rPr lang="en-GB" smtClean="0"/>
              <a:t>16</a:t>
            </a:fld>
            <a:endParaRPr lang="en-GB"/>
          </a:p>
        </p:txBody>
      </p:sp>
    </p:spTree>
    <p:extLst>
      <p:ext uri="{BB962C8B-B14F-4D97-AF65-F5344CB8AC3E}">
        <p14:creationId xmlns:p14="http://schemas.microsoft.com/office/powerpoint/2010/main" val="16804833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
        <p:cNvGrpSpPr/>
        <p:nvPr/>
      </p:nvGrpSpPr>
      <p:grpSpPr>
        <a:xfrm>
          <a:off x="0" y="0"/>
          <a:ext cx="0" cy="0"/>
          <a:chOff x="0" y="0"/>
          <a:chExt cx="0" cy="0"/>
        </a:xfrm>
      </p:grpSpPr>
      <p:sp>
        <p:nvSpPr>
          <p:cNvPr id="422" name="Google Shape;422;ge7503b92fb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23" name="Google Shape;423;ge7503b92fb_0_86: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295341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A541109-16F3-DE45-8CE3-DCD3D3E36C0A}" type="slidenum">
              <a:rPr lang="en-GB" smtClean="0"/>
              <a:t>19</a:t>
            </a:fld>
            <a:endParaRPr lang="en-GB"/>
          </a:p>
        </p:txBody>
      </p:sp>
    </p:spTree>
    <p:extLst>
      <p:ext uri="{BB962C8B-B14F-4D97-AF65-F5344CB8AC3E}">
        <p14:creationId xmlns:p14="http://schemas.microsoft.com/office/powerpoint/2010/main" val="36938982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a:extLst>
            <a:ext uri="{FF2B5EF4-FFF2-40B4-BE49-F238E27FC236}">
              <a16:creationId xmlns:a16="http://schemas.microsoft.com/office/drawing/2014/main" id="{C1F184AF-3F60-2F3B-A7D0-418865B0D6EC}"/>
            </a:ext>
          </a:extLst>
        </p:cNvPr>
        <p:cNvGrpSpPr/>
        <p:nvPr/>
      </p:nvGrpSpPr>
      <p:grpSpPr>
        <a:xfrm>
          <a:off x="0" y="0"/>
          <a:ext cx="0" cy="0"/>
          <a:chOff x="0" y="0"/>
          <a:chExt cx="0" cy="0"/>
        </a:xfrm>
      </p:grpSpPr>
      <p:sp>
        <p:nvSpPr>
          <p:cNvPr id="179" name="Google Shape;179;ge763bc5966_0_188:notes">
            <a:extLst>
              <a:ext uri="{FF2B5EF4-FFF2-40B4-BE49-F238E27FC236}">
                <a16:creationId xmlns:a16="http://schemas.microsoft.com/office/drawing/2014/main" id="{BE0D3C26-D1E3-9C08-24C6-F1E4396C1944}"/>
              </a:ext>
            </a:extLst>
          </p:cNvPr>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0" name="Google Shape;180;ge763bc5966_0_188:notes">
            <a:extLst>
              <a:ext uri="{FF2B5EF4-FFF2-40B4-BE49-F238E27FC236}">
                <a16:creationId xmlns:a16="http://schemas.microsoft.com/office/drawing/2014/main" id="{9E37C5CE-82D8-7B41-5102-F46D2B33BCFE}"/>
              </a:ext>
            </a:extLst>
          </p:cNvPr>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277965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A541109-16F3-DE45-8CE3-DCD3D3E36C0A}" type="slidenum">
              <a:rPr lang="en-GB" smtClean="0"/>
              <a:t>22</a:t>
            </a:fld>
            <a:endParaRPr lang="en-GB"/>
          </a:p>
        </p:txBody>
      </p:sp>
    </p:spTree>
    <p:extLst>
      <p:ext uri="{BB962C8B-B14F-4D97-AF65-F5344CB8AC3E}">
        <p14:creationId xmlns:p14="http://schemas.microsoft.com/office/powerpoint/2010/main" val="37410514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e763bc5966_0_2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5" name="Google Shape;195;ge763bc5966_0_281: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4341000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a:extLst>
            <a:ext uri="{FF2B5EF4-FFF2-40B4-BE49-F238E27FC236}">
              <a16:creationId xmlns:a16="http://schemas.microsoft.com/office/drawing/2014/main" id="{561B27FB-4DDE-09AB-3E60-011A36602461}"/>
            </a:ext>
          </a:extLst>
        </p:cNvPr>
        <p:cNvGrpSpPr/>
        <p:nvPr/>
      </p:nvGrpSpPr>
      <p:grpSpPr>
        <a:xfrm>
          <a:off x="0" y="0"/>
          <a:ext cx="0" cy="0"/>
          <a:chOff x="0" y="0"/>
          <a:chExt cx="0" cy="0"/>
        </a:xfrm>
      </p:grpSpPr>
      <p:sp>
        <p:nvSpPr>
          <p:cNvPr id="179" name="Google Shape;179;ge763bc5966_0_188:notes">
            <a:extLst>
              <a:ext uri="{FF2B5EF4-FFF2-40B4-BE49-F238E27FC236}">
                <a16:creationId xmlns:a16="http://schemas.microsoft.com/office/drawing/2014/main" id="{6B56DB55-A025-4125-7BBC-20700EF7D436}"/>
              </a:ext>
            </a:extLst>
          </p:cNvPr>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0" name="Google Shape;180;ge763bc5966_0_188:notes">
            <a:extLst>
              <a:ext uri="{FF2B5EF4-FFF2-40B4-BE49-F238E27FC236}">
                <a16:creationId xmlns:a16="http://schemas.microsoft.com/office/drawing/2014/main" id="{BEF9022A-60E7-E42C-BC56-1047E37AA1FE}"/>
              </a:ext>
            </a:extLst>
          </p:cNvPr>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027719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e763bc5966_0_4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2" name="Google Shape;212;ge763bc5966_0_465: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7112593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a:extLst>
            <a:ext uri="{FF2B5EF4-FFF2-40B4-BE49-F238E27FC236}">
              <a16:creationId xmlns:a16="http://schemas.microsoft.com/office/drawing/2014/main" id="{3EB57AEC-BD1A-FB05-F457-9B6F5DEF91A7}"/>
            </a:ext>
          </a:extLst>
        </p:cNvPr>
        <p:cNvGrpSpPr/>
        <p:nvPr/>
      </p:nvGrpSpPr>
      <p:grpSpPr>
        <a:xfrm>
          <a:off x="0" y="0"/>
          <a:ext cx="0" cy="0"/>
          <a:chOff x="0" y="0"/>
          <a:chExt cx="0" cy="0"/>
        </a:xfrm>
      </p:grpSpPr>
      <p:sp>
        <p:nvSpPr>
          <p:cNvPr id="179" name="Google Shape;179;ge763bc5966_0_188:notes">
            <a:extLst>
              <a:ext uri="{FF2B5EF4-FFF2-40B4-BE49-F238E27FC236}">
                <a16:creationId xmlns:a16="http://schemas.microsoft.com/office/drawing/2014/main" id="{3200D26D-0300-6DDF-F2B7-A1AC3777065E}"/>
              </a:ext>
            </a:extLst>
          </p:cNvPr>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0" name="Google Shape;180;ge763bc5966_0_188:notes">
            <a:extLst>
              <a:ext uri="{FF2B5EF4-FFF2-40B4-BE49-F238E27FC236}">
                <a16:creationId xmlns:a16="http://schemas.microsoft.com/office/drawing/2014/main" id="{40D859DB-761D-F492-27F3-791A29DCCD52}"/>
              </a:ext>
            </a:extLst>
          </p:cNvPr>
          <p:cNvSpPr>
            <a:spLocks noGrp="1" noRot="1" noChangeAspect="1"/>
          </p:cNvSpPr>
          <p:nvPr>
            <p:ph type="sldImg" idx="2"/>
          </p:nvPr>
        </p:nvSpPr>
        <p:spPr>
          <a:xfrm>
            <a:off x="960438" y="1143000"/>
            <a:ext cx="4937125"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102710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e7489fee59_0_0:notes"/>
          <p:cNvSpPr txBox="1">
            <a:spLocks noGrp="1"/>
          </p:cNvSpPr>
          <p:nvPr>
            <p:ph type="body" idx="1"/>
          </p:nvPr>
        </p:nvSpPr>
        <p:spPr>
          <a:xfrm>
            <a:off x="685787" y="4343386"/>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5" name="Google Shape;145;ge7489fee59_0_0: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FC1D62E1-EE16-8E42-A3BC-C5A5A1560E6E}" type="slidenum">
              <a:rPr lang="en-US" smtClean="0"/>
              <a:t>29</a:t>
            </a:fld>
            <a:endParaRPr lang="en-US"/>
          </a:p>
        </p:txBody>
      </p:sp>
    </p:spTree>
    <p:extLst>
      <p:ext uri="{BB962C8B-B14F-4D97-AF65-F5344CB8AC3E}">
        <p14:creationId xmlns:p14="http://schemas.microsoft.com/office/powerpoint/2010/main" val="132814603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4"/>
        <p:cNvGrpSpPr/>
        <p:nvPr/>
      </p:nvGrpSpPr>
      <p:grpSpPr>
        <a:xfrm>
          <a:off x="0" y="0"/>
          <a:ext cx="0" cy="0"/>
          <a:chOff x="0" y="0"/>
          <a:chExt cx="0" cy="0"/>
        </a:xfrm>
      </p:grpSpPr>
      <p:sp>
        <p:nvSpPr>
          <p:cNvPr id="605" name="Google Shape;605;g25b401422a5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06" name="Google Shape;606;g25b401422a5_0_24: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2"/>
        <p:cNvGrpSpPr/>
        <p:nvPr/>
      </p:nvGrpSpPr>
      <p:grpSpPr>
        <a:xfrm>
          <a:off x="0" y="0"/>
          <a:ext cx="0" cy="0"/>
          <a:chOff x="0" y="0"/>
          <a:chExt cx="0" cy="0"/>
        </a:xfrm>
      </p:grpSpPr>
      <p:sp>
        <p:nvSpPr>
          <p:cNvPr id="633" name="Google Shape;633;g25b401422a5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34" name="Google Shape;634;g25b401422a5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ge7503b92fb_0_4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06" name="Google Shape;506;ge7503b92fb_0_4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EA541109-16F3-DE45-8CE3-DCD3D3E36C0A}" type="slidenum">
              <a:rPr lang="en-GB" smtClean="0"/>
              <a:t>33</a:t>
            </a:fld>
            <a:endParaRPr lang="en-GB"/>
          </a:p>
        </p:txBody>
      </p:sp>
    </p:spTree>
    <p:extLst>
      <p:ext uri="{BB962C8B-B14F-4D97-AF65-F5344CB8AC3E}">
        <p14:creationId xmlns:p14="http://schemas.microsoft.com/office/powerpoint/2010/main" val="20800431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EA541109-16F3-DE45-8CE3-DCD3D3E36C0A}" type="slidenum">
              <a:rPr lang="en-GB" smtClean="0"/>
              <a:t>34</a:t>
            </a:fld>
            <a:endParaRPr lang="en-GB"/>
          </a:p>
        </p:txBody>
      </p:sp>
    </p:spTree>
    <p:extLst>
      <p:ext uri="{BB962C8B-B14F-4D97-AF65-F5344CB8AC3E}">
        <p14:creationId xmlns:p14="http://schemas.microsoft.com/office/powerpoint/2010/main" val="27990532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A541109-16F3-DE45-8CE3-DCD3D3E36C0A}" type="slidenum">
              <a:rPr lang="en-GB" smtClean="0"/>
              <a:t>35</a:t>
            </a:fld>
            <a:endParaRPr lang="en-GB"/>
          </a:p>
        </p:txBody>
      </p:sp>
    </p:spTree>
    <p:extLst>
      <p:ext uri="{BB962C8B-B14F-4D97-AF65-F5344CB8AC3E}">
        <p14:creationId xmlns:p14="http://schemas.microsoft.com/office/powerpoint/2010/main" val="11773441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Ref idx="1001">
        <a:schemeClr val="bg2"/>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0D59801-F0B7-BA57-BBF4-CD34996B79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userDrawn="1">
            <p:extLst>
              <p:ext uri="{386F3935-93C4-4BCD-93E2-E3B085C9AB24}">
                <p16:designElem xmlns:p16="http://schemas.microsoft.com/office/powerpoint/2015/main" val="1"/>
              </p:ext>
            </p:extLst>
          </p:nvPr>
        </p:nvSpPr>
        <p:spPr>
          <a:xfrm>
            <a:off x="1143000" y="1270000"/>
            <a:ext cx="6858000" cy="3175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3"/>
          </a:p>
        </p:txBody>
      </p:sp>
      <p:sp>
        <p:nvSpPr>
          <p:cNvPr id="6" name="Title 14">
            <a:extLst>
              <a:ext uri="{FF2B5EF4-FFF2-40B4-BE49-F238E27FC236}">
                <a16:creationId xmlns:a16="http://schemas.microsoft.com/office/drawing/2014/main" id="{1AE6A94C-3D8B-19E3-11C4-4D3ABCFA8F4D}"/>
              </a:ext>
            </a:extLst>
          </p:cNvPr>
          <p:cNvSpPr>
            <a:spLocks noGrp="1"/>
          </p:cNvSpPr>
          <p:nvPr>
            <p:ph type="ctrTitle"/>
          </p:nvPr>
        </p:nvSpPr>
        <p:spPr>
          <a:xfrm>
            <a:off x="2637235" y="1584855"/>
            <a:ext cx="3869531" cy="834761"/>
          </a:xfrm>
        </p:spPr>
        <p:txBody>
          <a:bodyPr>
            <a:normAutofit/>
          </a:bodyPr>
          <a:lstStyle>
            <a:lvl1pPr marL="0" indent="0" algn="ctr">
              <a:buFont typeface="Arial" panose="020B0604020202020204" pitchFamily="34" charset="0"/>
              <a:buNone/>
              <a:defRPr spc="450">
                <a:latin typeface="+mj-lt"/>
              </a:defRPr>
            </a:lvl1pPr>
          </a:lstStyle>
          <a:p>
            <a:r>
              <a:rPr lang="en-GB" sz="1800"/>
              <a:t>Click to edit Master title style</a:t>
            </a:r>
            <a:endParaRPr lang="en-GB" sz="1800" dirty="0"/>
          </a:p>
        </p:txBody>
      </p:sp>
      <p:sp>
        <p:nvSpPr>
          <p:cNvPr id="7" name="Subtitle 15">
            <a:extLst>
              <a:ext uri="{FF2B5EF4-FFF2-40B4-BE49-F238E27FC236}">
                <a16:creationId xmlns:a16="http://schemas.microsoft.com/office/drawing/2014/main" id="{16C74A29-A2CE-C2FA-A0B6-5391F422F712}"/>
              </a:ext>
            </a:extLst>
          </p:cNvPr>
          <p:cNvSpPr>
            <a:spLocks noGrp="1"/>
          </p:cNvSpPr>
          <p:nvPr>
            <p:ph type="subTitle" idx="1"/>
          </p:nvPr>
        </p:nvSpPr>
        <p:spPr>
          <a:xfrm>
            <a:off x="2974527" y="2483115"/>
            <a:ext cx="3194946" cy="596636"/>
          </a:xfrm>
        </p:spPr>
        <p:txBody>
          <a:bodyPr>
            <a:noAutofit/>
          </a:bodyPr>
          <a:lstStyle>
            <a:lvl1pPr marL="0" indent="0" algn="ctr">
              <a:buNone/>
              <a:defRPr cap="all" spc="450" baseline="0">
                <a:latin typeface="+mj-lt"/>
              </a:defRPr>
            </a:lvl1pPr>
          </a:lstStyle>
          <a:p>
            <a:r>
              <a:rPr lang="en-GB"/>
              <a:t>Click to edit Master subtitle style</a:t>
            </a:r>
            <a:endParaRPr lang="en-GB" dirty="0"/>
          </a:p>
        </p:txBody>
      </p:sp>
      <p:sp>
        <p:nvSpPr>
          <p:cNvPr id="8" name="Text Placeholder 16">
            <a:extLst>
              <a:ext uri="{FF2B5EF4-FFF2-40B4-BE49-F238E27FC236}">
                <a16:creationId xmlns:a16="http://schemas.microsoft.com/office/drawing/2014/main" id="{5BE0A8AF-5406-AC9A-6FA4-F341FC901A2D}"/>
              </a:ext>
            </a:extLst>
          </p:cNvPr>
          <p:cNvSpPr>
            <a:spLocks noGrp="1"/>
          </p:cNvSpPr>
          <p:nvPr>
            <p:ph type="body" sz="quarter" idx="11"/>
          </p:nvPr>
        </p:nvSpPr>
        <p:spPr>
          <a:xfrm>
            <a:off x="2911674" y="3458104"/>
            <a:ext cx="3320653" cy="608542"/>
          </a:xfrm>
        </p:spPr>
        <p:txBody>
          <a:bodyPr>
            <a:noAutofit/>
          </a:bodyPr>
          <a:lstStyle>
            <a:lvl1pPr marL="0" indent="0" algn="ctr">
              <a:buNone/>
              <a:defRPr sz="1200"/>
            </a:lvl1pPr>
          </a:lstStyle>
          <a:p>
            <a:pPr lvl="0">
              <a:spcBef>
                <a:spcPts val="0"/>
              </a:spcBef>
            </a:pPr>
            <a:r>
              <a:rPr lang="en-GB" sz="1050"/>
              <a:t>Click to edit Master text styles</a:t>
            </a:r>
          </a:p>
        </p:txBody>
      </p:sp>
      <p:cxnSp>
        <p:nvCxnSpPr>
          <p:cNvPr id="13" name="Straight Connector 12">
            <a:extLst>
              <a:ext uri="{FF2B5EF4-FFF2-40B4-BE49-F238E27FC236}">
                <a16:creationId xmlns:a16="http://schemas.microsoft.com/office/drawing/2014/main" id="{2B428FC2-9E15-480E-17B0-ECD8154A603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userDrawn="1">
            <p:extLst>
              <p:ext uri="{386F3935-93C4-4BCD-93E2-E3B085C9AB24}">
                <p16:designElem xmlns:p16="http://schemas.microsoft.com/office/powerpoint/2015/main" val="1"/>
              </p:ext>
            </p:extLst>
          </p:nvPr>
        </p:nvCxnSpPr>
        <p:spPr>
          <a:xfrm>
            <a:off x="4207817" y="3300488"/>
            <a:ext cx="728366"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68773365"/>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EF94C-BCB1-4F4C-AF70-DD2A5C4E3318}"/>
              </a:ext>
            </a:extLst>
          </p:cNvPr>
          <p:cNvSpPr>
            <a:spLocks noGrp="1"/>
          </p:cNvSpPr>
          <p:nvPr>
            <p:ph type="title"/>
          </p:nvPr>
        </p:nvSpPr>
        <p:spPr>
          <a:xfrm>
            <a:off x="1072174" y="363599"/>
            <a:ext cx="6928826" cy="853200"/>
          </a:xfrm>
        </p:spPr>
        <p:txBody>
          <a:bodyPr anchor="b"/>
          <a:lstStyle>
            <a:lvl1pPr>
              <a:defRPr>
                <a:solidFill>
                  <a:schemeClr val="tx1"/>
                </a:solidFill>
              </a:defRPr>
            </a:lvl1pPr>
          </a:lstStyle>
          <a:p>
            <a:r>
              <a:rPr lang="en-GB"/>
              <a:t>Click to edit Master title style</a:t>
            </a:r>
            <a:endParaRPr lang="en-US" dirty="0"/>
          </a:p>
        </p:txBody>
      </p:sp>
      <p:sp>
        <p:nvSpPr>
          <p:cNvPr id="3" name="Content Placeholder 2">
            <a:extLst>
              <a:ext uri="{FF2B5EF4-FFF2-40B4-BE49-F238E27FC236}">
                <a16:creationId xmlns:a16="http://schemas.microsoft.com/office/drawing/2014/main" id="{8A909B75-A057-44B5-872F-DF01BDC8EA07}"/>
              </a:ext>
            </a:extLst>
          </p:cNvPr>
          <p:cNvSpPr>
            <a:spLocks noGrp="1"/>
          </p:cNvSpPr>
          <p:nvPr>
            <p:ph idx="1"/>
          </p:nvPr>
        </p:nvSpPr>
        <p:spPr>
          <a:xfrm>
            <a:off x="1072174" y="1371600"/>
            <a:ext cx="6928826" cy="3708400"/>
          </a:xfrm>
        </p:spPr>
        <p:txBody>
          <a:bodyPr/>
          <a:lstStyle>
            <a:lvl1pPr>
              <a:defRPr>
                <a:solidFill>
                  <a:schemeClr val="tx1"/>
                </a:solidFill>
              </a:defRPr>
            </a:lvl1pPr>
            <a:lvl2pPr>
              <a:defRPr b="0">
                <a:solidFill>
                  <a:schemeClr val="tx1"/>
                </a:solidFill>
              </a:defRPr>
            </a:lvl2pPr>
            <a:lvl3pPr>
              <a:defRPr>
                <a:solidFill>
                  <a:schemeClr val="tx1"/>
                </a:solidFill>
              </a:defRPr>
            </a:lvl3pPr>
            <a:lvl4pPr>
              <a:defRPr b="0">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0" name="Date Placeholder 9">
            <a:extLst>
              <a:ext uri="{FF2B5EF4-FFF2-40B4-BE49-F238E27FC236}">
                <a16:creationId xmlns:a16="http://schemas.microsoft.com/office/drawing/2014/main" id="{0A22C04A-C51C-3AE7-94E9-CAC117C070DC}"/>
              </a:ext>
            </a:extLst>
          </p:cNvPr>
          <p:cNvSpPr>
            <a:spLocks noGrp="1"/>
          </p:cNvSpPr>
          <p:nvPr>
            <p:ph type="dt" sz="half" idx="10"/>
          </p:nvPr>
        </p:nvSpPr>
        <p:spPr/>
        <p:txBody>
          <a:bodyPr/>
          <a:lstStyle/>
          <a:p>
            <a:r>
              <a:rPr lang="en-GB"/>
              <a:t>25/11/2024</a:t>
            </a:r>
            <a:endParaRPr lang="en-GB" dirty="0"/>
          </a:p>
        </p:txBody>
      </p:sp>
      <p:sp>
        <p:nvSpPr>
          <p:cNvPr id="12" name="Slide Number Placeholder 11">
            <a:extLst>
              <a:ext uri="{FF2B5EF4-FFF2-40B4-BE49-F238E27FC236}">
                <a16:creationId xmlns:a16="http://schemas.microsoft.com/office/drawing/2014/main" id="{1472D23D-C7CF-D93F-5C0E-4FDB42D88DF2}"/>
              </a:ext>
            </a:extLst>
          </p:cNvPr>
          <p:cNvSpPr>
            <a:spLocks noGrp="1"/>
          </p:cNvSpPr>
          <p:nvPr>
            <p:ph type="sldNum" sz="quarter" idx="12"/>
          </p:nvPr>
        </p:nvSpPr>
        <p:spPr/>
        <p:txBody>
          <a:bodyPr/>
          <a:lstStyle/>
          <a:p>
            <a:fld id="{DBF5BF70-AF59-E844-AFDD-1A12549F0ECB}" type="slidenum">
              <a:rPr lang="en-GB" smtClean="0"/>
              <a:pPr/>
              <a:t>‹#›</a:t>
            </a:fld>
            <a:endParaRPr lang="en-GB"/>
          </a:p>
        </p:txBody>
      </p:sp>
      <p:sp>
        <p:nvSpPr>
          <p:cNvPr id="4" name="Footer Placeholder 6">
            <a:extLst>
              <a:ext uri="{FF2B5EF4-FFF2-40B4-BE49-F238E27FC236}">
                <a16:creationId xmlns:a16="http://schemas.microsoft.com/office/drawing/2014/main" id="{2AF1F4C5-1260-5805-E721-6D6D67FBA52F}"/>
              </a:ext>
            </a:extLst>
          </p:cNvPr>
          <p:cNvSpPr>
            <a:spLocks noGrp="1"/>
          </p:cNvSpPr>
          <p:nvPr>
            <p:ph type="ftr" sz="quarter" idx="3"/>
          </p:nvPr>
        </p:nvSpPr>
        <p:spPr>
          <a:xfrm rot="5400000">
            <a:off x="7729890" y="1197711"/>
            <a:ext cx="2264149" cy="273844"/>
          </a:xfrm>
          <a:prstGeom prst="rect">
            <a:avLst/>
          </a:prstGeom>
        </p:spPr>
        <p:txBody>
          <a:bodyPr vert="horz" lIns="91440" tIns="45720" rIns="91440" bIns="45720" rtlCol="0" anchor="ctr"/>
          <a:lstStyle>
            <a:lvl1pPr algn="r">
              <a:defRPr sz="900">
                <a:solidFill>
                  <a:schemeClr val="tx1">
                    <a:tint val="75000"/>
                  </a:schemeClr>
                </a:solidFill>
              </a:defRPr>
            </a:lvl1pPr>
          </a:lstStyle>
          <a:p>
            <a:r>
              <a:rPr lang="en-GB"/>
              <a:t>DIGI61331</a:t>
            </a:r>
            <a:endParaRPr lang="en-GB" dirty="0"/>
          </a:p>
        </p:txBody>
      </p:sp>
    </p:spTree>
    <p:extLst>
      <p:ext uri="{BB962C8B-B14F-4D97-AF65-F5344CB8AC3E}">
        <p14:creationId xmlns:p14="http://schemas.microsoft.com/office/powerpoint/2010/main" val="928694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00447-3778-4AB7-ACB3-7C2313FE9A47}"/>
              </a:ext>
            </a:extLst>
          </p:cNvPr>
          <p:cNvSpPr>
            <a:spLocks noGrp="1"/>
          </p:cNvSpPr>
          <p:nvPr>
            <p:ph type="title"/>
          </p:nvPr>
        </p:nvSpPr>
        <p:spPr>
          <a:xfrm>
            <a:off x="1066309" y="1072962"/>
            <a:ext cx="6213722" cy="2594220"/>
          </a:xfrm>
        </p:spPr>
        <p:txBody>
          <a:bodyPr anchor="t"/>
          <a:lstStyle>
            <a:lvl1pPr>
              <a:defRPr sz="2700"/>
            </a:lvl1pPr>
          </a:lstStyle>
          <a:p>
            <a:r>
              <a:rPr lang="en-GB"/>
              <a:t>Click to edit Master title style</a:t>
            </a:r>
            <a:endParaRPr lang="en-US" dirty="0"/>
          </a:p>
        </p:txBody>
      </p:sp>
      <p:sp>
        <p:nvSpPr>
          <p:cNvPr id="3" name="Text Placeholder 2">
            <a:extLst>
              <a:ext uri="{FF2B5EF4-FFF2-40B4-BE49-F238E27FC236}">
                <a16:creationId xmlns:a16="http://schemas.microsoft.com/office/drawing/2014/main" id="{F9B910C9-BA3C-4D31-9C62-2C2408591FF2}"/>
              </a:ext>
            </a:extLst>
          </p:cNvPr>
          <p:cNvSpPr>
            <a:spLocks noGrp="1"/>
          </p:cNvSpPr>
          <p:nvPr>
            <p:ph type="body" idx="1"/>
          </p:nvPr>
        </p:nvSpPr>
        <p:spPr>
          <a:xfrm>
            <a:off x="1066308" y="3849756"/>
            <a:ext cx="5791692" cy="1230244"/>
          </a:xfrm>
        </p:spPr>
        <p:txBody>
          <a:bodyPr anchor="t">
            <a:normAutofit/>
          </a:bodyPr>
          <a:lstStyle>
            <a:lvl1pPr marL="0" indent="0">
              <a:buNone/>
              <a:defRPr sz="135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a:t>Click to edit Master text styles</a:t>
            </a:r>
          </a:p>
        </p:txBody>
      </p:sp>
      <p:sp>
        <p:nvSpPr>
          <p:cNvPr id="11" name="Date Placeholder 10">
            <a:extLst>
              <a:ext uri="{FF2B5EF4-FFF2-40B4-BE49-F238E27FC236}">
                <a16:creationId xmlns:a16="http://schemas.microsoft.com/office/drawing/2014/main" id="{C861C299-A0B2-0456-4FA2-BD7F032C582E}"/>
              </a:ext>
            </a:extLst>
          </p:cNvPr>
          <p:cNvSpPr>
            <a:spLocks noGrp="1"/>
          </p:cNvSpPr>
          <p:nvPr>
            <p:ph type="dt" sz="half" idx="10"/>
          </p:nvPr>
        </p:nvSpPr>
        <p:spPr/>
        <p:txBody>
          <a:bodyPr/>
          <a:lstStyle/>
          <a:p>
            <a:r>
              <a:rPr lang="en-GB"/>
              <a:t>25/11/2024</a:t>
            </a:r>
            <a:endParaRPr lang="en-GB" dirty="0"/>
          </a:p>
        </p:txBody>
      </p:sp>
      <p:sp>
        <p:nvSpPr>
          <p:cNvPr id="13" name="Slide Number Placeholder 12">
            <a:extLst>
              <a:ext uri="{FF2B5EF4-FFF2-40B4-BE49-F238E27FC236}">
                <a16:creationId xmlns:a16="http://schemas.microsoft.com/office/drawing/2014/main" id="{64EE04E1-8E4C-EF3C-94CF-F9D3DED8F626}"/>
              </a:ext>
            </a:extLst>
          </p:cNvPr>
          <p:cNvSpPr>
            <a:spLocks noGrp="1"/>
          </p:cNvSpPr>
          <p:nvPr>
            <p:ph type="sldNum" sz="quarter" idx="12"/>
          </p:nvPr>
        </p:nvSpPr>
        <p:spPr/>
        <p:txBody>
          <a:bodyPr/>
          <a:lstStyle/>
          <a:p>
            <a:fld id="{DBF5BF70-AF59-E844-AFDD-1A12549F0ECB}" type="slidenum">
              <a:rPr lang="en-GB" smtClean="0"/>
              <a:pPr/>
              <a:t>‹#›</a:t>
            </a:fld>
            <a:endParaRPr lang="en-GB"/>
          </a:p>
        </p:txBody>
      </p:sp>
      <p:sp>
        <p:nvSpPr>
          <p:cNvPr id="4" name="Footer Placeholder 6">
            <a:extLst>
              <a:ext uri="{FF2B5EF4-FFF2-40B4-BE49-F238E27FC236}">
                <a16:creationId xmlns:a16="http://schemas.microsoft.com/office/drawing/2014/main" id="{39E4C8BE-C90A-4AFD-492D-FF117664CD15}"/>
              </a:ext>
            </a:extLst>
          </p:cNvPr>
          <p:cNvSpPr>
            <a:spLocks noGrp="1"/>
          </p:cNvSpPr>
          <p:nvPr>
            <p:ph type="ftr" sz="quarter" idx="3"/>
          </p:nvPr>
        </p:nvSpPr>
        <p:spPr>
          <a:xfrm rot="5400000">
            <a:off x="7729890" y="1197711"/>
            <a:ext cx="2264149" cy="273844"/>
          </a:xfrm>
          <a:prstGeom prst="rect">
            <a:avLst/>
          </a:prstGeom>
        </p:spPr>
        <p:txBody>
          <a:bodyPr vert="horz" lIns="91440" tIns="45720" rIns="91440" bIns="45720" rtlCol="0" anchor="ctr"/>
          <a:lstStyle>
            <a:lvl1pPr algn="r">
              <a:defRPr sz="900">
                <a:solidFill>
                  <a:schemeClr val="tx1">
                    <a:tint val="75000"/>
                  </a:schemeClr>
                </a:solidFill>
              </a:defRPr>
            </a:lvl1pPr>
          </a:lstStyle>
          <a:p>
            <a:r>
              <a:rPr lang="en-GB"/>
              <a:t>DIGI61331</a:t>
            </a:r>
            <a:endParaRPr lang="en-GB" dirty="0"/>
          </a:p>
        </p:txBody>
      </p:sp>
    </p:spTree>
    <p:extLst>
      <p:ext uri="{BB962C8B-B14F-4D97-AF65-F5344CB8AC3E}">
        <p14:creationId xmlns:p14="http://schemas.microsoft.com/office/powerpoint/2010/main" val="23573913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3F3BA-5AD5-4F15-97B2-E4652D1D4E15}"/>
              </a:ext>
            </a:extLst>
          </p:cNvPr>
          <p:cNvSpPr>
            <a:spLocks noGrp="1"/>
          </p:cNvSpPr>
          <p:nvPr>
            <p:ph type="title"/>
          </p:nvPr>
        </p:nvSpPr>
        <p:spPr>
          <a:xfrm>
            <a:off x="1072174" y="363600"/>
            <a:ext cx="6928826" cy="853200"/>
          </a:xfrm>
        </p:spPr>
        <p:txBody>
          <a:bodyPr/>
          <a:lstStyle>
            <a:lvl1pPr>
              <a:defRPr>
                <a:solidFill>
                  <a:schemeClr val="tx1"/>
                </a:solidFill>
              </a:defRPr>
            </a:lvl1pPr>
          </a:lstStyle>
          <a:p>
            <a:r>
              <a:rPr lang="en-GB"/>
              <a:t>Click to edit Master title style</a:t>
            </a:r>
            <a:endParaRPr lang="en-US" dirty="0"/>
          </a:p>
        </p:txBody>
      </p:sp>
      <p:sp>
        <p:nvSpPr>
          <p:cNvPr id="3" name="Content Placeholder 2">
            <a:extLst>
              <a:ext uri="{FF2B5EF4-FFF2-40B4-BE49-F238E27FC236}">
                <a16:creationId xmlns:a16="http://schemas.microsoft.com/office/drawing/2014/main" id="{7EA997B8-1FD3-40E6-A486-256EB41DB70A}"/>
              </a:ext>
            </a:extLst>
          </p:cNvPr>
          <p:cNvSpPr>
            <a:spLocks noGrp="1"/>
          </p:cNvSpPr>
          <p:nvPr>
            <p:ph sz="half" idx="1"/>
          </p:nvPr>
        </p:nvSpPr>
        <p:spPr>
          <a:xfrm>
            <a:off x="1072175" y="1371600"/>
            <a:ext cx="3371850" cy="370840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a:extLst>
              <a:ext uri="{FF2B5EF4-FFF2-40B4-BE49-F238E27FC236}">
                <a16:creationId xmlns:a16="http://schemas.microsoft.com/office/drawing/2014/main" id="{4183F4D8-AA9A-4AF7-86EA-E4D797B98CE9}"/>
              </a:ext>
            </a:extLst>
          </p:cNvPr>
          <p:cNvSpPr>
            <a:spLocks noGrp="1"/>
          </p:cNvSpPr>
          <p:nvPr>
            <p:ph sz="half" idx="2"/>
          </p:nvPr>
        </p:nvSpPr>
        <p:spPr>
          <a:xfrm>
            <a:off x="4629150" y="1371600"/>
            <a:ext cx="3371850" cy="370840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9" name="Date Placeholder 7">
            <a:extLst>
              <a:ext uri="{FF2B5EF4-FFF2-40B4-BE49-F238E27FC236}">
                <a16:creationId xmlns:a16="http://schemas.microsoft.com/office/drawing/2014/main" id="{BD995AAD-C427-B11E-A89E-368225CE1622}"/>
              </a:ext>
            </a:extLst>
          </p:cNvPr>
          <p:cNvSpPr>
            <a:spLocks noGrp="1"/>
          </p:cNvSpPr>
          <p:nvPr>
            <p:ph type="dt" sz="half" idx="10"/>
          </p:nvPr>
        </p:nvSpPr>
        <p:spPr>
          <a:xfrm rot="5400000">
            <a:off x="7633108" y="4146665"/>
            <a:ext cx="2457713" cy="273844"/>
          </a:xfrm>
          <a:prstGeom prst="rect">
            <a:avLst/>
          </a:prstGeom>
        </p:spPr>
        <p:txBody>
          <a:bodyPr vert="horz" lIns="91440" tIns="45720" rIns="91440" bIns="45720" rtlCol="0" anchor="ctr"/>
          <a:lstStyle>
            <a:lvl1pPr algn="l">
              <a:defRPr sz="825">
                <a:solidFill>
                  <a:schemeClr val="tx1">
                    <a:tint val="75000"/>
                  </a:schemeClr>
                </a:solidFill>
              </a:defRPr>
            </a:lvl1pPr>
          </a:lstStyle>
          <a:p>
            <a:r>
              <a:rPr lang="en-GB"/>
              <a:t>25/11/2024</a:t>
            </a:r>
            <a:endParaRPr lang="en-GB" dirty="0"/>
          </a:p>
        </p:txBody>
      </p:sp>
      <p:sp>
        <p:nvSpPr>
          <p:cNvPr id="10" name="Slide Number Placeholder 8">
            <a:extLst>
              <a:ext uri="{FF2B5EF4-FFF2-40B4-BE49-F238E27FC236}">
                <a16:creationId xmlns:a16="http://schemas.microsoft.com/office/drawing/2014/main" id="{D1EC489D-6EA9-F988-447E-81E444C03D2D}"/>
              </a:ext>
            </a:extLst>
          </p:cNvPr>
          <p:cNvSpPr>
            <a:spLocks noGrp="1"/>
          </p:cNvSpPr>
          <p:nvPr>
            <p:ph type="sldNum" sz="quarter" idx="4"/>
          </p:nvPr>
        </p:nvSpPr>
        <p:spPr>
          <a:xfrm>
            <a:off x="8681013" y="2579593"/>
            <a:ext cx="361905" cy="362253"/>
          </a:xfrm>
          <a:prstGeom prst="rect">
            <a:avLst/>
          </a:prstGeom>
        </p:spPr>
        <p:txBody>
          <a:bodyPr vert="horz" lIns="91440" tIns="45720" rIns="91440" bIns="45720" rtlCol="0" anchor="ctr"/>
          <a:lstStyle>
            <a:lvl1pPr algn="ctr">
              <a:defRPr lang="en-GB" sz="900" smtClean="0">
                <a:solidFill>
                  <a:schemeClr val="tx1">
                    <a:tint val="75000"/>
                  </a:schemeClr>
                </a:solidFill>
              </a:defRPr>
            </a:lvl1pPr>
          </a:lstStyle>
          <a:p>
            <a:fld id="{DBF5BF70-AF59-E844-AFDD-1A12549F0ECB}" type="slidenum">
              <a:rPr lang="en-GB" smtClean="0"/>
              <a:pPr/>
              <a:t>‹#›</a:t>
            </a:fld>
            <a:endParaRPr lang="en-GB"/>
          </a:p>
        </p:txBody>
      </p:sp>
      <p:sp>
        <p:nvSpPr>
          <p:cNvPr id="5" name="Footer Placeholder 6">
            <a:extLst>
              <a:ext uri="{FF2B5EF4-FFF2-40B4-BE49-F238E27FC236}">
                <a16:creationId xmlns:a16="http://schemas.microsoft.com/office/drawing/2014/main" id="{7828ADD2-7876-A88B-2674-0D3B7959E494}"/>
              </a:ext>
            </a:extLst>
          </p:cNvPr>
          <p:cNvSpPr>
            <a:spLocks noGrp="1"/>
          </p:cNvSpPr>
          <p:nvPr>
            <p:ph type="ftr" sz="quarter" idx="3"/>
          </p:nvPr>
        </p:nvSpPr>
        <p:spPr>
          <a:xfrm rot="5400000">
            <a:off x="7729890" y="1197711"/>
            <a:ext cx="2264149" cy="273844"/>
          </a:xfrm>
          <a:prstGeom prst="rect">
            <a:avLst/>
          </a:prstGeom>
        </p:spPr>
        <p:txBody>
          <a:bodyPr vert="horz" lIns="91440" tIns="45720" rIns="91440" bIns="45720" rtlCol="0" anchor="ctr"/>
          <a:lstStyle>
            <a:lvl1pPr algn="r">
              <a:defRPr sz="900">
                <a:solidFill>
                  <a:schemeClr val="tx1">
                    <a:tint val="75000"/>
                  </a:schemeClr>
                </a:solidFill>
              </a:defRPr>
            </a:lvl1pPr>
          </a:lstStyle>
          <a:p>
            <a:r>
              <a:rPr lang="en-GB"/>
              <a:t>DIGI61331</a:t>
            </a:r>
            <a:endParaRPr lang="en-GB" dirty="0"/>
          </a:p>
        </p:txBody>
      </p:sp>
    </p:spTree>
    <p:extLst>
      <p:ext uri="{BB962C8B-B14F-4D97-AF65-F5344CB8AC3E}">
        <p14:creationId xmlns:p14="http://schemas.microsoft.com/office/powerpoint/2010/main" val="13266537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C717F-84B9-44BA-8DD6-680394AB193E}"/>
              </a:ext>
            </a:extLst>
          </p:cNvPr>
          <p:cNvSpPr>
            <a:spLocks noGrp="1"/>
          </p:cNvSpPr>
          <p:nvPr>
            <p:ph type="title"/>
          </p:nvPr>
        </p:nvSpPr>
        <p:spPr>
          <a:xfrm>
            <a:off x="1072174" y="363600"/>
            <a:ext cx="6928826" cy="853200"/>
          </a:xfrm>
        </p:spPr>
        <p:txBody>
          <a:bodyPr/>
          <a:lstStyle>
            <a:lvl1pPr>
              <a:defRPr>
                <a:solidFill>
                  <a:schemeClr val="tx1"/>
                </a:solidFill>
              </a:defRPr>
            </a:lvl1pPr>
          </a:lstStyle>
          <a:p>
            <a:r>
              <a:rPr lang="en-GB"/>
              <a:t>Click to edit Master title style</a:t>
            </a:r>
            <a:endParaRPr lang="en-US" dirty="0"/>
          </a:p>
        </p:txBody>
      </p:sp>
      <p:sp>
        <p:nvSpPr>
          <p:cNvPr id="6" name="Content Placeholder 5">
            <a:extLst>
              <a:ext uri="{FF2B5EF4-FFF2-40B4-BE49-F238E27FC236}">
                <a16:creationId xmlns:a16="http://schemas.microsoft.com/office/drawing/2014/main" id="{823D16F3-F747-441B-9854-27225954DEC4}"/>
              </a:ext>
            </a:extLst>
          </p:cNvPr>
          <p:cNvSpPr>
            <a:spLocks noGrp="1"/>
          </p:cNvSpPr>
          <p:nvPr>
            <p:ph sz="quarter" idx="4"/>
          </p:nvPr>
        </p:nvSpPr>
        <p:spPr>
          <a:xfrm>
            <a:off x="3414230" y="1384300"/>
            <a:ext cx="2244711" cy="3695699"/>
          </a:xfrm>
        </p:spPr>
        <p:txBody>
          <a:bodyPr/>
          <a:lstStyle>
            <a:lvl1pPr marL="0" indent="0">
              <a:buNone/>
              <a:defRPr>
                <a:solidFill>
                  <a:schemeClr val="tx1"/>
                </a:solidFill>
              </a:defRPr>
            </a:lvl1pPr>
            <a:lvl2pPr marL="138113" indent="0">
              <a:buNone/>
              <a:defRPr>
                <a:solidFill>
                  <a:schemeClr val="tx1"/>
                </a:solidFill>
              </a:defRPr>
            </a:lvl2pPr>
            <a:lvl3pPr marL="205740" indent="0">
              <a:buNone/>
              <a:defRPr>
                <a:solidFill>
                  <a:schemeClr val="tx1"/>
                </a:solidFill>
              </a:defRPr>
            </a:lvl3pPr>
            <a:lvl4pPr marL="267891" indent="0">
              <a:buNone/>
              <a:defRPr>
                <a:solidFill>
                  <a:schemeClr val="tx1"/>
                </a:solidFill>
              </a:defRPr>
            </a:lvl4pPr>
            <a:lvl5pPr marL="342900" indent="0">
              <a:buNone/>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6" name="Date Placeholder 15">
            <a:extLst>
              <a:ext uri="{FF2B5EF4-FFF2-40B4-BE49-F238E27FC236}">
                <a16:creationId xmlns:a16="http://schemas.microsoft.com/office/drawing/2014/main" id="{5A789FF2-7F9D-8EE2-F3B5-76EC616A4C3A}"/>
              </a:ext>
            </a:extLst>
          </p:cNvPr>
          <p:cNvSpPr>
            <a:spLocks noGrp="1"/>
          </p:cNvSpPr>
          <p:nvPr>
            <p:ph type="dt" sz="half" idx="10"/>
          </p:nvPr>
        </p:nvSpPr>
        <p:spPr/>
        <p:txBody>
          <a:bodyPr/>
          <a:lstStyle/>
          <a:p>
            <a:r>
              <a:rPr lang="en-GB"/>
              <a:t>25/11/2024</a:t>
            </a:r>
            <a:endParaRPr lang="en-GB" dirty="0"/>
          </a:p>
        </p:txBody>
      </p:sp>
      <p:sp>
        <p:nvSpPr>
          <p:cNvPr id="18" name="Slide Number Placeholder 17">
            <a:extLst>
              <a:ext uri="{FF2B5EF4-FFF2-40B4-BE49-F238E27FC236}">
                <a16:creationId xmlns:a16="http://schemas.microsoft.com/office/drawing/2014/main" id="{53586A65-3E30-D397-4A31-D0D9886ACDC4}"/>
              </a:ext>
            </a:extLst>
          </p:cNvPr>
          <p:cNvSpPr>
            <a:spLocks noGrp="1"/>
          </p:cNvSpPr>
          <p:nvPr>
            <p:ph type="sldNum" sz="quarter" idx="12"/>
          </p:nvPr>
        </p:nvSpPr>
        <p:spPr/>
        <p:txBody>
          <a:bodyPr/>
          <a:lstStyle/>
          <a:p>
            <a:fld id="{DBF5BF70-AF59-E844-AFDD-1A12549F0ECB}" type="slidenum">
              <a:rPr lang="en-GB" smtClean="0"/>
              <a:pPr/>
              <a:t>‹#›</a:t>
            </a:fld>
            <a:endParaRPr lang="en-GB"/>
          </a:p>
        </p:txBody>
      </p:sp>
      <p:sp>
        <p:nvSpPr>
          <p:cNvPr id="38" name="Content Placeholder 5">
            <a:extLst>
              <a:ext uri="{FF2B5EF4-FFF2-40B4-BE49-F238E27FC236}">
                <a16:creationId xmlns:a16="http://schemas.microsoft.com/office/drawing/2014/main" id="{02E2C468-B95F-687C-B2BE-A912F2A704E5}"/>
              </a:ext>
            </a:extLst>
          </p:cNvPr>
          <p:cNvSpPr>
            <a:spLocks noGrp="1"/>
          </p:cNvSpPr>
          <p:nvPr>
            <p:ph sz="quarter" idx="14"/>
          </p:nvPr>
        </p:nvSpPr>
        <p:spPr>
          <a:xfrm>
            <a:off x="5756289" y="1384300"/>
            <a:ext cx="2244711" cy="3695699"/>
          </a:xfrm>
        </p:spPr>
        <p:txBody>
          <a:bodyPr/>
          <a:lstStyle>
            <a:lvl1pPr marL="0" indent="0">
              <a:buNone/>
              <a:defRPr>
                <a:solidFill>
                  <a:schemeClr val="tx1"/>
                </a:solidFill>
              </a:defRPr>
            </a:lvl1pPr>
            <a:lvl2pPr marL="138113" indent="0">
              <a:buNone/>
              <a:defRPr>
                <a:solidFill>
                  <a:schemeClr val="tx1"/>
                </a:solidFill>
              </a:defRPr>
            </a:lvl2pPr>
            <a:lvl3pPr marL="205740" indent="0">
              <a:buNone/>
              <a:defRPr>
                <a:solidFill>
                  <a:schemeClr val="tx1"/>
                </a:solidFill>
              </a:defRPr>
            </a:lvl3pPr>
            <a:lvl4pPr marL="267891" indent="0">
              <a:buNone/>
              <a:defRPr>
                <a:solidFill>
                  <a:schemeClr val="tx1"/>
                </a:solidFill>
              </a:defRPr>
            </a:lvl4pPr>
            <a:lvl5pPr marL="342900" indent="0">
              <a:buNone/>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1" name="Content Placeholder 5">
            <a:extLst>
              <a:ext uri="{FF2B5EF4-FFF2-40B4-BE49-F238E27FC236}">
                <a16:creationId xmlns:a16="http://schemas.microsoft.com/office/drawing/2014/main" id="{46DB70C6-80D0-D26A-EB39-B77B4CF861EB}"/>
              </a:ext>
            </a:extLst>
          </p:cNvPr>
          <p:cNvSpPr>
            <a:spLocks noGrp="1"/>
          </p:cNvSpPr>
          <p:nvPr>
            <p:ph sz="quarter" idx="16"/>
          </p:nvPr>
        </p:nvSpPr>
        <p:spPr>
          <a:xfrm>
            <a:off x="1061086" y="1384300"/>
            <a:ext cx="2244711" cy="3695699"/>
          </a:xfrm>
        </p:spPr>
        <p:txBody>
          <a:bodyPr/>
          <a:lstStyle>
            <a:lvl1pPr marL="0" indent="0">
              <a:buNone/>
              <a:defRPr>
                <a:solidFill>
                  <a:schemeClr val="tx1"/>
                </a:solidFill>
              </a:defRPr>
            </a:lvl1pPr>
            <a:lvl2pPr marL="138113" indent="0">
              <a:buNone/>
              <a:defRPr>
                <a:solidFill>
                  <a:schemeClr val="tx1"/>
                </a:solidFill>
              </a:defRPr>
            </a:lvl2pPr>
            <a:lvl3pPr marL="205740" indent="0">
              <a:buNone/>
              <a:defRPr>
                <a:solidFill>
                  <a:schemeClr val="tx1"/>
                </a:solidFill>
              </a:defRPr>
            </a:lvl3pPr>
            <a:lvl4pPr marL="267891" indent="0">
              <a:buNone/>
              <a:defRPr>
                <a:solidFill>
                  <a:schemeClr val="tx1"/>
                </a:solidFill>
              </a:defRPr>
            </a:lvl4pPr>
            <a:lvl5pPr marL="342900" indent="0">
              <a:buNone/>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3" name="Footer Placeholder 6">
            <a:extLst>
              <a:ext uri="{FF2B5EF4-FFF2-40B4-BE49-F238E27FC236}">
                <a16:creationId xmlns:a16="http://schemas.microsoft.com/office/drawing/2014/main" id="{5F287B56-95B3-5F2E-38B4-0AFF23BB3A79}"/>
              </a:ext>
            </a:extLst>
          </p:cNvPr>
          <p:cNvSpPr>
            <a:spLocks noGrp="1"/>
          </p:cNvSpPr>
          <p:nvPr>
            <p:ph type="ftr" sz="quarter" idx="3"/>
          </p:nvPr>
        </p:nvSpPr>
        <p:spPr>
          <a:xfrm rot="5400000">
            <a:off x="7729890" y="1197711"/>
            <a:ext cx="2264149" cy="273844"/>
          </a:xfrm>
          <a:prstGeom prst="rect">
            <a:avLst/>
          </a:prstGeom>
        </p:spPr>
        <p:txBody>
          <a:bodyPr vert="horz" lIns="91440" tIns="45720" rIns="91440" bIns="45720" rtlCol="0" anchor="ctr"/>
          <a:lstStyle>
            <a:lvl1pPr algn="r">
              <a:defRPr sz="900">
                <a:solidFill>
                  <a:schemeClr val="tx1">
                    <a:tint val="75000"/>
                  </a:schemeClr>
                </a:solidFill>
              </a:defRPr>
            </a:lvl1pPr>
          </a:lstStyle>
          <a:p>
            <a:r>
              <a:rPr lang="en-GB"/>
              <a:t>DIGI61331</a:t>
            </a:r>
            <a:endParaRPr lang="en-GB" dirty="0"/>
          </a:p>
        </p:txBody>
      </p:sp>
    </p:spTree>
    <p:extLst>
      <p:ext uri="{BB962C8B-B14F-4D97-AF65-F5344CB8AC3E}">
        <p14:creationId xmlns:p14="http://schemas.microsoft.com/office/powerpoint/2010/main" val="4957914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C717F-84B9-44BA-8DD6-680394AB193E}"/>
              </a:ext>
            </a:extLst>
          </p:cNvPr>
          <p:cNvSpPr>
            <a:spLocks noGrp="1"/>
          </p:cNvSpPr>
          <p:nvPr>
            <p:ph type="title"/>
          </p:nvPr>
        </p:nvSpPr>
        <p:spPr>
          <a:xfrm>
            <a:off x="1072800" y="363600"/>
            <a:ext cx="6928826" cy="724203"/>
          </a:xfrm>
        </p:spPr>
        <p:txBody>
          <a:bodyPr/>
          <a:lstStyle>
            <a:lvl1pPr>
              <a:defRPr>
                <a:solidFill>
                  <a:schemeClr val="tx1"/>
                </a:solidFill>
              </a:defRPr>
            </a:lvl1pPr>
          </a:lstStyle>
          <a:p>
            <a:r>
              <a:rPr lang="en-GB"/>
              <a:t>Click to edit Master title style</a:t>
            </a:r>
            <a:endParaRPr lang="en-US" dirty="0"/>
          </a:p>
        </p:txBody>
      </p:sp>
      <p:sp>
        <p:nvSpPr>
          <p:cNvPr id="3" name="Text Placeholder 2">
            <a:extLst>
              <a:ext uri="{FF2B5EF4-FFF2-40B4-BE49-F238E27FC236}">
                <a16:creationId xmlns:a16="http://schemas.microsoft.com/office/drawing/2014/main" id="{2A1217D6-7448-4625-964F-5D82F65F11F7}"/>
              </a:ext>
            </a:extLst>
          </p:cNvPr>
          <p:cNvSpPr>
            <a:spLocks noGrp="1"/>
          </p:cNvSpPr>
          <p:nvPr>
            <p:ph type="body" idx="1"/>
          </p:nvPr>
        </p:nvSpPr>
        <p:spPr>
          <a:xfrm>
            <a:off x="1072800" y="1220481"/>
            <a:ext cx="3371849" cy="586860"/>
          </a:xfrm>
        </p:spPr>
        <p:txBody>
          <a:bodyPr anchor="b">
            <a:normAutofit/>
          </a:bodyPr>
          <a:lstStyle>
            <a:lvl1pPr marL="0" indent="0">
              <a:lnSpc>
                <a:spcPct val="100000"/>
              </a:lnSpc>
              <a:buNone/>
              <a:defRPr sz="1350" b="0" cap="all" spc="225" baseline="0">
                <a:solidFill>
                  <a:schemeClr val="tx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4" name="Content Placeholder 3">
            <a:extLst>
              <a:ext uri="{FF2B5EF4-FFF2-40B4-BE49-F238E27FC236}">
                <a16:creationId xmlns:a16="http://schemas.microsoft.com/office/drawing/2014/main" id="{253A534C-0B54-4327-99C0-4F0019FD21F6}"/>
              </a:ext>
            </a:extLst>
          </p:cNvPr>
          <p:cNvSpPr>
            <a:spLocks noGrp="1"/>
          </p:cNvSpPr>
          <p:nvPr>
            <p:ph sz="half" idx="2"/>
          </p:nvPr>
        </p:nvSpPr>
        <p:spPr>
          <a:xfrm>
            <a:off x="1072799" y="2082799"/>
            <a:ext cx="3371850" cy="300989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a:extLst>
              <a:ext uri="{FF2B5EF4-FFF2-40B4-BE49-F238E27FC236}">
                <a16:creationId xmlns:a16="http://schemas.microsoft.com/office/drawing/2014/main" id="{389D4A63-0795-4B74-8C11-5FE7944118C7}"/>
              </a:ext>
            </a:extLst>
          </p:cNvPr>
          <p:cNvSpPr>
            <a:spLocks noGrp="1"/>
          </p:cNvSpPr>
          <p:nvPr>
            <p:ph type="body" sz="quarter" idx="3"/>
          </p:nvPr>
        </p:nvSpPr>
        <p:spPr>
          <a:xfrm>
            <a:off x="4629774" y="1220480"/>
            <a:ext cx="3371850" cy="586861"/>
          </a:xfrm>
        </p:spPr>
        <p:txBody>
          <a:bodyPr anchor="b">
            <a:normAutofit/>
          </a:bodyPr>
          <a:lstStyle>
            <a:lvl1pPr marL="0" indent="0">
              <a:lnSpc>
                <a:spcPct val="100000"/>
              </a:lnSpc>
              <a:buNone/>
              <a:defRPr sz="1350" b="0" cap="all" spc="225" baseline="0">
                <a:solidFill>
                  <a:schemeClr val="tx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6" name="Content Placeholder 5">
            <a:extLst>
              <a:ext uri="{FF2B5EF4-FFF2-40B4-BE49-F238E27FC236}">
                <a16:creationId xmlns:a16="http://schemas.microsoft.com/office/drawing/2014/main" id="{823D16F3-F747-441B-9854-27225954DEC4}"/>
              </a:ext>
            </a:extLst>
          </p:cNvPr>
          <p:cNvSpPr>
            <a:spLocks noGrp="1"/>
          </p:cNvSpPr>
          <p:nvPr>
            <p:ph sz="quarter" idx="4"/>
          </p:nvPr>
        </p:nvSpPr>
        <p:spPr>
          <a:xfrm>
            <a:off x="4629774" y="2082799"/>
            <a:ext cx="3371850" cy="300989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cxnSp>
        <p:nvCxnSpPr>
          <p:cNvPr id="11" name="Straight Connector 10">
            <a:extLst>
              <a:ext uri="{FF2B5EF4-FFF2-40B4-BE49-F238E27FC236}">
                <a16:creationId xmlns:a16="http://schemas.microsoft.com/office/drawing/2014/main" id="{A70D2F04-5474-46B9-B838-858CDF4AB2D2}"/>
              </a:ext>
            </a:extLst>
          </p:cNvPr>
          <p:cNvCxnSpPr>
            <a:cxnSpLocks/>
          </p:cNvCxnSpPr>
          <p:nvPr userDrawn="1"/>
        </p:nvCxnSpPr>
        <p:spPr>
          <a:xfrm>
            <a:off x="4703670" y="1940018"/>
            <a:ext cx="728366"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3FB5178A-4501-4B56-8BF1-D083D7B021CE}"/>
              </a:ext>
            </a:extLst>
          </p:cNvPr>
          <p:cNvCxnSpPr>
            <a:cxnSpLocks/>
          </p:cNvCxnSpPr>
          <p:nvPr userDrawn="1"/>
        </p:nvCxnSpPr>
        <p:spPr>
          <a:xfrm>
            <a:off x="1143625" y="1940018"/>
            <a:ext cx="728366"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Date Placeholder 15">
            <a:extLst>
              <a:ext uri="{FF2B5EF4-FFF2-40B4-BE49-F238E27FC236}">
                <a16:creationId xmlns:a16="http://schemas.microsoft.com/office/drawing/2014/main" id="{5A789FF2-7F9D-8EE2-F3B5-76EC616A4C3A}"/>
              </a:ext>
            </a:extLst>
          </p:cNvPr>
          <p:cNvSpPr>
            <a:spLocks noGrp="1"/>
          </p:cNvSpPr>
          <p:nvPr>
            <p:ph type="dt" sz="half" idx="10"/>
          </p:nvPr>
        </p:nvSpPr>
        <p:spPr/>
        <p:txBody>
          <a:bodyPr/>
          <a:lstStyle/>
          <a:p>
            <a:r>
              <a:rPr lang="en-GB"/>
              <a:t>25/11/2024</a:t>
            </a:r>
            <a:endParaRPr lang="en-GB" dirty="0"/>
          </a:p>
        </p:txBody>
      </p:sp>
      <p:sp>
        <p:nvSpPr>
          <p:cNvPr id="18" name="Slide Number Placeholder 17">
            <a:extLst>
              <a:ext uri="{FF2B5EF4-FFF2-40B4-BE49-F238E27FC236}">
                <a16:creationId xmlns:a16="http://schemas.microsoft.com/office/drawing/2014/main" id="{53586A65-3E30-D397-4A31-D0D9886ACDC4}"/>
              </a:ext>
            </a:extLst>
          </p:cNvPr>
          <p:cNvSpPr>
            <a:spLocks noGrp="1"/>
          </p:cNvSpPr>
          <p:nvPr>
            <p:ph type="sldNum" sz="quarter" idx="12"/>
          </p:nvPr>
        </p:nvSpPr>
        <p:spPr/>
        <p:txBody>
          <a:bodyPr/>
          <a:lstStyle/>
          <a:p>
            <a:fld id="{DBF5BF70-AF59-E844-AFDD-1A12549F0ECB}" type="slidenum">
              <a:rPr lang="en-GB" smtClean="0"/>
              <a:pPr/>
              <a:t>‹#›</a:t>
            </a:fld>
            <a:endParaRPr lang="en-GB"/>
          </a:p>
        </p:txBody>
      </p:sp>
      <p:sp>
        <p:nvSpPr>
          <p:cNvPr id="7" name="Footer Placeholder 6">
            <a:extLst>
              <a:ext uri="{FF2B5EF4-FFF2-40B4-BE49-F238E27FC236}">
                <a16:creationId xmlns:a16="http://schemas.microsoft.com/office/drawing/2014/main" id="{95E93885-87C4-B471-5B90-A99642611B43}"/>
              </a:ext>
            </a:extLst>
          </p:cNvPr>
          <p:cNvSpPr>
            <a:spLocks noGrp="1"/>
          </p:cNvSpPr>
          <p:nvPr>
            <p:ph type="ftr" sz="quarter" idx="13"/>
          </p:nvPr>
        </p:nvSpPr>
        <p:spPr>
          <a:xfrm rot="5400000">
            <a:off x="7729890" y="1197711"/>
            <a:ext cx="2264149" cy="273844"/>
          </a:xfrm>
          <a:prstGeom prst="rect">
            <a:avLst/>
          </a:prstGeom>
        </p:spPr>
        <p:txBody>
          <a:bodyPr vert="horz" lIns="91440" tIns="45720" rIns="91440" bIns="45720" rtlCol="0" anchor="ctr"/>
          <a:lstStyle>
            <a:lvl1pPr algn="r">
              <a:defRPr sz="900">
                <a:solidFill>
                  <a:schemeClr val="tx1">
                    <a:tint val="75000"/>
                  </a:schemeClr>
                </a:solidFill>
              </a:defRPr>
            </a:lvl1pPr>
          </a:lstStyle>
          <a:p>
            <a:r>
              <a:rPr lang="en-GB"/>
              <a:t>DIGI61331</a:t>
            </a:r>
            <a:endParaRPr lang="en-GB" dirty="0"/>
          </a:p>
        </p:txBody>
      </p:sp>
    </p:spTree>
    <p:extLst>
      <p:ext uri="{BB962C8B-B14F-4D97-AF65-F5344CB8AC3E}">
        <p14:creationId xmlns:p14="http://schemas.microsoft.com/office/powerpoint/2010/main" val="36948931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C717F-84B9-44BA-8DD6-680394AB193E}"/>
              </a:ext>
            </a:extLst>
          </p:cNvPr>
          <p:cNvSpPr>
            <a:spLocks noGrp="1"/>
          </p:cNvSpPr>
          <p:nvPr>
            <p:ph type="title"/>
          </p:nvPr>
        </p:nvSpPr>
        <p:spPr>
          <a:xfrm>
            <a:off x="1056991" y="363599"/>
            <a:ext cx="6928826" cy="723599"/>
          </a:xfrm>
        </p:spPr>
        <p:txBody>
          <a:bodyPr/>
          <a:lstStyle>
            <a:lvl1pPr>
              <a:defRPr>
                <a:solidFill>
                  <a:schemeClr val="tx1"/>
                </a:solidFill>
              </a:defRPr>
            </a:lvl1pPr>
          </a:lstStyle>
          <a:p>
            <a:r>
              <a:rPr lang="en-GB"/>
              <a:t>Click to edit Master title style</a:t>
            </a:r>
            <a:endParaRPr lang="en-US" dirty="0"/>
          </a:p>
        </p:txBody>
      </p:sp>
      <p:sp>
        <p:nvSpPr>
          <p:cNvPr id="5" name="Text Placeholder 4">
            <a:extLst>
              <a:ext uri="{FF2B5EF4-FFF2-40B4-BE49-F238E27FC236}">
                <a16:creationId xmlns:a16="http://schemas.microsoft.com/office/drawing/2014/main" id="{389D4A63-0795-4B74-8C11-5FE7944118C7}"/>
              </a:ext>
            </a:extLst>
          </p:cNvPr>
          <p:cNvSpPr>
            <a:spLocks noGrp="1"/>
          </p:cNvSpPr>
          <p:nvPr>
            <p:ph type="body" sz="quarter" idx="3"/>
          </p:nvPr>
        </p:nvSpPr>
        <p:spPr>
          <a:xfrm>
            <a:off x="3410135" y="1207779"/>
            <a:ext cx="2244711" cy="586861"/>
          </a:xfrm>
        </p:spPr>
        <p:txBody>
          <a:bodyPr anchor="b">
            <a:normAutofit/>
          </a:bodyPr>
          <a:lstStyle>
            <a:lvl1pPr marL="0" indent="0">
              <a:lnSpc>
                <a:spcPct val="100000"/>
              </a:lnSpc>
              <a:buNone/>
              <a:defRPr sz="1350" b="0" cap="all" spc="225" baseline="0">
                <a:solidFill>
                  <a:schemeClr val="tx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6" name="Content Placeholder 5">
            <a:extLst>
              <a:ext uri="{FF2B5EF4-FFF2-40B4-BE49-F238E27FC236}">
                <a16:creationId xmlns:a16="http://schemas.microsoft.com/office/drawing/2014/main" id="{823D16F3-F747-441B-9854-27225954DEC4}"/>
              </a:ext>
            </a:extLst>
          </p:cNvPr>
          <p:cNvSpPr>
            <a:spLocks noGrp="1"/>
          </p:cNvSpPr>
          <p:nvPr>
            <p:ph sz="quarter" idx="4"/>
          </p:nvPr>
        </p:nvSpPr>
        <p:spPr>
          <a:xfrm>
            <a:off x="3410135" y="2070098"/>
            <a:ext cx="2244711" cy="3073393"/>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cxnSp>
        <p:nvCxnSpPr>
          <p:cNvPr id="11" name="Straight Connector 10">
            <a:extLst>
              <a:ext uri="{FF2B5EF4-FFF2-40B4-BE49-F238E27FC236}">
                <a16:creationId xmlns:a16="http://schemas.microsoft.com/office/drawing/2014/main" id="{A70D2F04-5474-46B9-B838-858CDF4AB2D2}"/>
              </a:ext>
            </a:extLst>
          </p:cNvPr>
          <p:cNvCxnSpPr>
            <a:cxnSpLocks/>
          </p:cNvCxnSpPr>
          <p:nvPr userDrawn="1"/>
        </p:nvCxnSpPr>
        <p:spPr>
          <a:xfrm>
            <a:off x="3478481" y="1927318"/>
            <a:ext cx="381570"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Date Placeholder 15">
            <a:extLst>
              <a:ext uri="{FF2B5EF4-FFF2-40B4-BE49-F238E27FC236}">
                <a16:creationId xmlns:a16="http://schemas.microsoft.com/office/drawing/2014/main" id="{5A789FF2-7F9D-8EE2-F3B5-76EC616A4C3A}"/>
              </a:ext>
            </a:extLst>
          </p:cNvPr>
          <p:cNvSpPr>
            <a:spLocks noGrp="1"/>
          </p:cNvSpPr>
          <p:nvPr>
            <p:ph type="dt" sz="half" idx="10"/>
          </p:nvPr>
        </p:nvSpPr>
        <p:spPr/>
        <p:txBody>
          <a:bodyPr/>
          <a:lstStyle/>
          <a:p>
            <a:r>
              <a:rPr lang="en-GB"/>
              <a:t>25/11/2024</a:t>
            </a:r>
            <a:endParaRPr lang="en-GB" dirty="0"/>
          </a:p>
        </p:txBody>
      </p:sp>
      <p:sp>
        <p:nvSpPr>
          <p:cNvPr id="18" name="Slide Number Placeholder 17">
            <a:extLst>
              <a:ext uri="{FF2B5EF4-FFF2-40B4-BE49-F238E27FC236}">
                <a16:creationId xmlns:a16="http://schemas.microsoft.com/office/drawing/2014/main" id="{53586A65-3E30-D397-4A31-D0D9886ACDC4}"/>
              </a:ext>
            </a:extLst>
          </p:cNvPr>
          <p:cNvSpPr>
            <a:spLocks noGrp="1"/>
          </p:cNvSpPr>
          <p:nvPr>
            <p:ph type="sldNum" sz="quarter" idx="12"/>
          </p:nvPr>
        </p:nvSpPr>
        <p:spPr/>
        <p:txBody>
          <a:bodyPr/>
          <a:lstStyle/>
          <a:p>
            <a:fld id="{DBF5BF70-AF59-E844-AFDD-1A12549F0ECB}" type="slidenum">
              <a:rPr lang="en-GB" smtClean="0"/>
              <a:pPr/>
              <a:t>‹#›</a:t>
            </a:fld>
            <a:endParaRPr lang="en-GB"/>
          </a:p>
        </p:txBody>
      </p:sp>
      <p:sp>
        <p:nvSpPr>
          <p:cNvPr id="37" name="Text Placeholder 4">
            <a:extLst>
              <a:ext uri="{FF2B5EF4-FFF2-40B4-BE49-F238E27FC236}">
                <a16:creationId xmlns:a16="http://schemas.microsoft.com/office/drawing/2014/main" id="{EFF9D0EE-F354-824C-07D6-FFE104CE6A9A}"/>
              </a:ext>
            </a:extLst>
          </p:cNvPr>
          <p:cNvSpPr>
            <a:spLocks noGrp="1"/>
          </p:cNvSpPr>
          <p:nvPr>
            <p:ph type="body" sz="quarter" idx="13"/>
          </p:nvPr>
        </p:nvSpPr>
        <p:spPr>
          <a:xfrm>
            <a:off x="5752194" y="1207779"/>
            <a:ext cx="2244711" cy="586861"/>
          </a:xfrm>
        </p:spPr>
        <p:txBody>
          <a:bodyPr anchor="b">
            <a:normAutofit/>
          </a:bodyPr>
          <a:lstStyle>
            <a:lvl1pPr marL="0" indent="0">
              <a:lnSpc>
                <a:spcPct val="100000"/>
              </a:lnSpc>
              <a:buNone/>
              <a:defRPr sz="1350" b="0" cap="all" spc="225" baseline="0">
                <a:solidFill>
                  <a:schemeClr val="tx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38" name="Content Placeholder 5">
            <a:extLst>
              <a:ext uri="{FF2B5EF4-FFF2-40B4-BE49-F238E27FC236}">
                <a16:creationId xmlns:a16="http://schemas.microsoft.com/office/drawing/2014/main" id="{02E2C468-B95F-687C-B2BE-A912F2A704E5}"/>
              </a:ext>
            </a:extLst>
          </p:cNvPr>
          <p:cNvSpPr>
            <a:spLocks noGrp="1"/>
          </p:cNvSpPr>
          <p:nvPr>
            <p:ph sz="quarter" idx="14"/>
          </p:nvPr>
        </p:nvSpPr>
        <p:spPr>
          <a:xfrm>
            <a:off x="5752194" y="2070098"/>
            <a:ext cx="2244711" cy="3073393"/>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cxnSp>
        <p:nvCxnSpPr>
          <p:cNvPr id="39" name="Straight Connector 38">
            <a:extLst>
              <a:ext uri="{FF2B5EF4-FFF2-40B4-BE49-F238E27FC236}">
                <a16:creationId xmlns:a16="http://schemas.microsoft.com/office/drawing/2014/main" id="{443C179A-DD29-E2C9-893B-02827B434C0C}"/>
              </a:ext>
            </a:extLst>
          </p:cNvPr>
          <p:cNvCxnSpPr>
            <a:cxnSpLocks/>
          </p:cNvCxnSpPr>
          <p:nvPr userDrawn="1"/>
        </p:nvCxnSpPr>
        <p:spPr>
          <a:xfrm>
            <a:off x="5820540" y="1927318"/>
            <a:ext cx="381570"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40" name="Text Placeholder 4">
            <a:extLst>
              <a:ext uri="{FF2B5EF4-FFF2-40B4-BE49-F238E27FC236}">
                <a16:creationId xmlns:a16="http://schemas.microsoft.com/office/drawing/2014/main" id="{DEAFA211-92BC-E816-6EE0-43600F78897A}"/>
              </a:ext>
            </a:extLst>
          </p:cNvPr>
          <p:cNvSpPr>
            <a:spLocks noGrp="1"/>
          </p:cNvSpPr>
          <p:nvPr>
            <p:ph type="body" sz="quarter" idx="15"/>
          </p:nvPr>
        </p:nvSpPr>
        <p:spPr>
          <a:xfrm>
            <a:off x="1056991" y="1207779"/>
            <a:ext cx="2244711" cy="586861"/>
          </a:xfrm>
        </p:spPr>
        <p:txBody>
          <a:bodyPr anchor="b">
            <a:normAutofit/>
          </a:bodyPr>
          <a:lstStyle>
            <a:lvl1pPr marL="0" indent="0">
              <a:lnSpc>
                <a:spcPct val="100000"/>
              </a:lnSpc>
              <a:buNone/>
              <a:defRPr sz="1350" b="0" cap="all" spc="225" baseline="0">
                <a:solidFill>
                  <a:schemeClr val="tx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41" name="Content Placeholder 5">
            <a:extLst>
              <a:ext uri="{FF2B5EF4-FFF2-40B4-BE49-F238E27FC236}">
                <a16:creationId xmlns:a16="http://schemas.microsoft.com/office/drawing/2014/main" id="{46DB70C6-80D0-D26A-EB39-B77B4CF861EB}"/>
              </a:ext>
            </a:extLst>
          </p:cNvPr>
          <p:cNvSpPr>
            <a:spLocks noGrp="1"/>
          </p:cNvSpPr>
          <p:nvPr>
            <p:ph sz="quarter" idx="16"/>
          </p:nvPr>
        </p:nvSpPr>
        <p:spPr>
          <a:xfrm>
            <a:off x="1056991" y="2070098"/>
            <a:ext cx="2244711" cy="3073393"/>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cxnSp>
        <p:nvCxnSpPr>
          <p:cNvPr id="42" name="Straight Connector 41">
            <a:extLst>
              <a:ext uri="{FF2B5EF4-FFF2-40B4-BE49-F238E27FC236}">
                <a16:creationId xmlns:a16="http://schemas.microsoft.com/office/drawing/2014/main" id="{1041B8F7-D62F-F828-9002-141E32428051}"/>
              </a:ext>
            </a:extLst>
          </p:cNvPr>
          <p:cNvCxnSpPr>
            <a:cxnSpLocks/>
          </p:cNvCxnSpPr>
          <p:nvPr userDrawn="1"/>
        </p:nvCxnSpPr>
        <p:spPr>
          <a:xfrm>
            <a:off x="1125338" y="1927318"/>
            <a:ext cx="381570"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Footer Placeholder 6">
            <a:extLst>
              <a:ext uri="{FF2B5EF4-FFF2-40B4-BE49-F238E27FC236}">
                <a16:creationId xmlns:a16="http://schemas.microsoft.com/office/drawing/2014/main" id="{6AA8D3B2-419C-D2C0-9575-87FA3EF0E244}"/>
              </a:ext>
            </a:extLst>
          </p:cNvPr>
          <p:cNvSpPr>
            <a:spLocks noGrp="1"/>
          </p:cNvSpPr>
          <p:nvPr>
            <p:ph type="ftr" sz="quarter" idx="17"/>
          </p:nvPr>
        </p:nvSpPr>
        <p:spPr>
          <a:xfrm rot="5400000">
            <a:off x="7729890" y="1197711"/>
            <a:ext cx="2264149" cy="273844"/>
          </a:xfrm>
          <a:prstGeom prst="rect">
            <a:avLst/>
          </a:prstGeom>
        </p:spPr>
        <p:txBody>
          <a:bodyPr vert="horz" lIns="91440" tIns="45720" rIns="91440" bIns="45720" rtlCol="0" anchor="ctr"/>
          <a:lstStyle>
            <a:lvl1pPr algn="r">
              <a:defRPr sz="900">
                <a:solidFill>
                  <a:schemeClr val="tx1">
                    <a:tint val="75000"/>
                  </a:schemeClr>
                </a:solidFill>
              </a:defRPr>
            </a:lvl1pPr>
          </a:lstStyle>
          <a:p>
            <a:r>
              <a:rPr lang="en-GB"/>
              <a:t>DIGI61331</a:t>
            </a:r>
            <a:endParaRPr lang="en-GB" dirty="0"/>
          </a:p>
        </p:txBody>
      </p:sp>
    </p:spTree>
    <p:extLst>
      <p:ext uri="{BB962C8B-B14F-4D97-AF65-F5344CB8AC3E}">
        <p14:creationId xmlns:p14="http://schemas.microsoft.com/office/powerpoint/2010/main" val="3066312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6_Comparison">
    <p:spTree>
      <p:nvGrpSpPr>
        <p:cNvPr id="1" name=""/>
        <p:cNvGrpSpPr/>
        <p:nvPr/>
      </p:nvGrpSpPr>
      <p:grpSpPr>
        <a:xfrm>
          <a:off x="0" y="0"/>
          <a:ext cx="0" cy="0"/>
          <a:chOff x="0" y="0"/>
          <a:chExt cx="0" cy="0"/>
        </a:xfrm>
      </p:grpSpPr>
      <p:sp>
        <p:nvSpPr>
          <p:cNvPr id="16" name="Date Placeholder 15">
            <a:extLst>
              <a:ext uri="{FF2B5EF4-FFF2-40B4-BE49-F238E27FC236}">
                <a16:creationId xmlns:a16="http://schemas.microsoft.com/office/drawing/2014/main" id="{5A789FF2-7F9D-8EE2-F3B5-76EC616A4C3A}"/>
              </a:ext>
            </a:extLst>
          </p:cNvPr>
          <p:cNvSpPr>
            <a:spLocks noGrp="1"/>
          </p:cNvSpPr>
          <p:nvPr>
            <p:ph type="dt" sz="half" idx="10"/>
          </p:nvPr>
        </p:nvSpPr>
        <p:spPr/>
        <p:txBody>
          <a:bodyPr/>
          <a:lstStyle/>
          <a:p>
            <a:r>
              <a:rPr lang="en-GB"/>
              <a:t>25/11/2024</a:t>
            </a:r>
            <a:endParaRPr lang="en-GB" dirty="0"/>
          </a:p>
        </p:txBody>
      </p:sp>
      <p:sp>
        <p:nvSpPr>
          <p:cNvPr id="18" name="Slide Number Placeholder 17">
            <a:extLst>
              <a:ext uri="{FF2B5EF4-FFF2-40B4-BE49-F238E27FC236}">
                <a16:creationId xmlns:a16="http://schemas.microsoft.com/office/drawing/2014/main" id="{53586A65-3E30-D397-4A31-D0D9886ACDC4}"/>
              </a:ext>
            </a:extLst>
          </p:cNvPr>
          <p:cNvSpPr>
            <a:spLocks noGrp="1"/>
          </p:cNvSpPr>
          <p:nvPr>
            <p:ph type="sldNum" sz="quarter" idx="12"/>
          </p:nvPr>
        </p:nvSpPr>
        <p:spPr/>
        <p:txBody>
          <a:bodyPr/>
          <a:lstStyle/>
          <a:p>
            <a:fld id="{DBF5BF70-AF59-E844-AFDD-1A12549F0ECB}" type="slidenum">
              <a:rPr lang="en-GB" smtClean="0"/>
              <a:pPr/>
              <a:t>‹#›</a:t>
            </a:fld>
            <a:endParaRPr lang="en-GB"/>
          </a:p>
        </p:txBody>
      </p:sp>
      <p:sp>
        <p:nvSpPr>
          <p:cNvPr id="37" name="Text Placeholder 4">
            <a:extLst>
              <a:ext uri="{FF2B5EF4-FFF2-40B4-BE49-F238E27FC236}">
                <a16:creationId xmlns:a16="http://schemas.microsoft.com/office/drawing/2014/main" id="{EFF9D0EE-F354-824C-07D6-FFE104CE6A9A}"/>
              </a:ext>
            </a:extLst>
          </p:cNvPr>
          <p:cNvSpPr>
            <a:spLocks noGrp="1"/>
          </p:cNvSpPr>
          <p:nvPr>
            <p:ph type="body" sz="quarter" idx="13"/>
          </p:nvPr>
        </p:nvSpPr>
        <p:spPr>
          <a:xfrm>
            <a:off x="4584033" y="879959"/>
            <a:ext cx="3308004" cy="586861"/>
          </a:xfrm>
        </p:spPr>
        <p:txBody>
          <a:bodyPr anchor="b">
            <a:normAutofit/>
          </a:bodyPr>
          <a:lstStyle>
            <a:lvl1pPr marL="0" indent="0">
              <a:lnSpc>
                <a:spcPct val="100000"/>
              </a:lnSpc>
              <a:buNone/>
              <a:defRPr sz="1350" b="0" cap="all" spc="225" baseline="0">
                <a:solidFill>
                  <a:schemeClr val="tx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38" name="Content Placeholder 5">
            <a:extLst>
              <a:ext uri="{FF2B5EF4-FFF2-40B4-BE49-F238E27FC236}">
                <a16:creationId xmlns:a16="http://schemas.microsoft.com/office/drawing/2014/main" id="{02E2C468-B95F-687C-B2BE-A912F2A704E5}"/>
              </a:ext>
            </a:extLst>
          </p:cNvPr>
          <p:cNvSpPr>
            <a:spLocks noGrp="1"/>
          </p:cNvSpPr>
          <p:nvPr>
            <p:ph sz="quarter" idx="14"/>
          </p:nvPr>
        </p:nvSpPr>
        <p:spPr>
          <a:xfrm>
            <a:off x="4584033" y="1742279"/>
            <a:ext cx="3308004" cy="2972593"/>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cxnSp>
        <p:nvCxnSpPr>
          <p:cNvPr id="39" name="Straight Connector 38">
            <a:extLst>
              <a:ext uri="{FF2B5EF4-FFF2-40B4-BE49-F238E27FC236}">
                <a16:creationId xmlns:a16="http://schemas.microsoft.com/office/drawing/2014/main" id="{443C179A-DD29-E2C9-893B-02827B434C0C}"/>
              </a:ext>
            </a:extLst>
          </p:cNvPr>
          <p:cNvCxnSpPr>
            <a:cxnSpLocks/>
          </p:cNvCxnSpPr>
          <p:nvPr userDrawn="1"/>
        </p:nvCxnSpPr>
        <p:spPr>
          <a:xfrm>
            <a:off x="4656222" y="1594786"/>
            <a:ext cx="562316"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40" name="Text Placeholder 4">
            <a:extLst>
              <a:ext uri="{FF2B5EF4-FFF2-40B4-BE49-F238E27FC236}">
                <a16:creationId xmlns:a16="http://schemas.microsoft.com/office/drawing/2014/main" id="{DEAFA211-92BC-E816-6EE0-43600F78897A}"/>
              </a:ext>
            </a:extLst>
          </p:cNvPr>
          <p:cNvSpPr>
            <a:spLocks noGrp="1"/>
          </p:cNvSpPr>
          <p:nvPr>
            <p:ph type="body" sz="quarter" idx="15"/>
          </p:nvPr>
        </p:nvSpPr>
        <p:spPr>
          <a:xfrm>
            <a:off x="1096500" y="879959"/>
            <a:ext cx="3308004" cy="586861"/>
          </a:xfrm>
        </p:spPr>
        <p:txBody>
          <a:bodyPr anchor="b">
            <a:normAutofit/>
          </a:bodyPr>
          <a:lstStyle>
            <a:lvl1pPr marL="0" indent="0">
              <a:lnSpc>
                <a:spcPct val="100000"/>
              </a:lnSpc>
              <a:buNone/>
              <a:defRPr sz="1350" b="0" cap="all" spc="225" baseline="0">
                <a:solidFill>
                  <a:schemeClr val="tx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41" name="Content Placeholder 5">
            <a:extLst>
              <a:ext uri="{FF2B5EF4-FFF2-40B4-BE49-F238E27FC236}">
                <a16:creationId xmlns:a16="http://schemas.microsoft.com/office/drawing/2014/main" id="{46DB70C6-80D0-D26A-EB39-B77B4CF861EB}"/>
              </a:ext>
            </a:extLst>
          </p:cNvPr>
          <p:cNvSpPr>
            <a:spLocks noGrp="1"/>
          </p:cNvSpPr>
          <p:nvPr>
            <p:ph sz="quarter" idx="16"/>
          </p:nvPr>
        </p:nvSpPr>
        <p:spPr>
          <a:xfrm>
            <a:off x="1096500" y="1742279"/>
            <a:ext cx="3308004" cy="2972593"/>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cxnSp>
        <p:nvCxnSpPr>
          <p:cNvPr id="42" name="Straight Connector 41">
            <a:extLst>
              <a:ext uri="{FF2B5EF4-FFF2-40B4-BE49-F238E27FC236}">
                <a16:creationId xmlns:a16="http://schemas.microsoft.com/office/drawing/2014/main" id="{1041B8F7-D62F-F828-9002-141E32428051}"/>
              </a:ext>
            </a:extLst>
          </p:cNvPr>
          <p:cNvCxnSpPr>
            <a:cxnSpLocks/>
          </p:cNvCxnSpPr>
          <p:nvPr userDrawn="1"/>
        </p:nvCxnSpPr>
        <p:spPr>
          <a:xfrm>
            <a:off x="1164847" y="1599498"/>
            <a:ext cx="562316"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Footer Placeholder 6">
            <a:extLst>
              <a:ext uri="{FF2B5EF4-FFF2-40B4-BE49-F238E27FC236}">
                <a16:creationId xmlns:a16="http://schemas.microsoft.com/office/drawing/2014/main" id="{08E5EDBA-62CB-9406-653C-2F6A56176870}"/>
              </a:ext>
            </a:extLst>
          </p:cNvPr>
          <p:cNvSpPr>
            <a:spLocks noGrp="1"/>
          </p:cNvSpPr>
          <p:nvPr>
            <p:ph type="ftr" sz="quarter" idx="3"/>
          </p:nvPr>
        </p:nvSpPr>
        <p:spPr>
          <a:xfrm rot="5400000">
            <a:off x="7729890" y="1197711"/>
            <a:ext cx="2264149" cy="273844"/>
          </a:xfrm>
          <a:prstGeom prst="rect">
            <a:avLst/>
          </a:prstGeom>
        </p:spPr>
        <p:txBody>
          <a:bodyPr vert="horz" lIns="91440" tIns="45720" rIns="91440" bIns="45720" rtlCol="0" anchor="ctr"/>
          <a:lstStyle>
            <a:lvl1pPr algn="r">
              <a:defRPr sz="900">
                <a:solidFill>
                  <a:schemeClr val="tx1">
                    <a:tint val="75000"/>
                  </a:schemeClr>
                </a:solidFill>
              </a:defRPr>
            </a:lvl1pPr>
          </a:lstStyle>
          <a:p>
            <a:r>
              <a:rPr lang="en-GB"/>
              <a:t>DIGI61331</a:t>
            </a:r>
            <a:endParaRPr lang="en-GB" dirty="0"/>
          </a:p>
        </p:txBody>
      </p:sp>
    </p:spTree>
    <p:extLst>
      <p:ext uri="{BB962C8B-B14F-4D97-AF65-F5344CB8AC3E}">
        <p14:creationId xmlns:p14="http://schemas.microsoft.com/office/powerpoint/2010/main" val="9334501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Comparison">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389D4A63-0795-4B74-8C11-5FE7944118C7}"/>
              </a:ext>
            </a:extLst>
          </p:cNvPr>
          <p:cNvSpPr>
            <a:spLocks noGrp="1"/>
          </p:cNvSpPr>
          <p:nvPr>
            <p:ph type="body" sz="quarter" idx="3"/>
          </p:nvPr>
        </p:nvSpPr>
        <p:spPr>
          <a:xfrm>
            <a:off x="3449645" y="879959"/>
            <a:ext cx="2244711" cy="586861"/>
          </a:xfrm>
        </p:spPr>
        <p:txBody>
          <a:bodyPr anchor="b">
            <a:normAutofit/>
          </a:bodyPr>
          <a:lstStyle>
            <a:lvl1pPr marL="0" indent="0">
              <a:lnSpc>
                <a:spcPct val="100000"/>
              </a:lnSpc>
              <a:buNone/>
              <a:defRPr sz="1350" b="0" cap="all" spc="225" baseline="0">
                <a:solidFill>
                  <a:schemeClr val="tx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6" name="Content Placeholder 5">
            <a:extLst>
              <a:ext uri="{FF2B5EF4-FFF2-40B4-BE49-F238E27FC236}">
                <a16:creationId xmlns:a16="http://schemas.microsoft.com/office/drawing/2014/main" id="{823D16F3-F747-441B-9854-27225954DEC4}"/>
              </a:ext>
            </a:extLst>
          </p:cNvPr>
          <p:cNvSpPr>
            <a:spLocks noGrp="1"/>
          </p:cNvSpPr>
          <p:nvPr>
            <p:ph sz="quarter" idx="4"/>
          </p:nvPr>
        </p:nvSpPr>
        <p:spPr>
          <a:xfrm>
            <a:off x="3449645" y="1742279"/>
            <a:ext cx="2244711" cy="2972593"/>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cxnSp>
        <p:nvCxnSpPr>
          <p:cNvPr id="11" name="Straight Connector 10">
            <a:extLst>
              <a:ext uri="{FF2B5EF4-FFF2-40B4-BE49-F238E27FC236}">
                <a16:creationId xmlns:a16="http://schemas.microsoft.com/office/drawing/2014/main" id="{A70D2F04-5474-46B9-B838-858CDF4AB2D2}"/>
              </a:ext>
            </a:extLst>
          </p:cNvPr>
          <p:cNvCxnSpPr>
            <a:cxnSpLocks/>
          </p:cNvCxnSpPr>
          <p:nvPr userDrawn="1"/>
        </p:nvCxnSpPr>
        <p:spPr>
          <a:xfrm>
            <a:off x="3517991" y="1599498"/>
            <a:ext cx="381570"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Date Placeholder 15">
            <a:extLst>
              <a:ext uri="{FF2B5EF4-FFF2-40B4-BE49-F238E27FC236}">
                <a16:creationId xmlns:a16="http://schemas.microsoft.com/office/drawing/2014/main" id="{5A789FF2-7F9D-8EE2-F3B5-76EC616A4C3A}"/>
              </a:ext>
            </a:extLst>
          </p:cNvPr>
          <p:cNvSpPr>
            <a:spLocks noGrp="1"/>
          </p:cNvSpPr>
          <p:nvPr>
            <p:ph type="dt" sz="half" idx="10"/>
          </p:nvPr>
        </p:nvSpPr>
        <p:spPr/>
        <p:txBody>
          <a:bodyPr/>
          <a:lstStyle/>
          <a:p>
            <a:r>
              <a:rPr lang="en-GB"/>
              <a:t>25/11/2024</a:t>
            </a:r>
            <a:endParaRPr lang="en-GB" dirty="0"/>
          </a:p>
        </p:txBody>
      </p:sp>
      <p:sp>
        <p:nvSpPr>
          <p:cNvPr id="18" name="Slide Number Placeholder 17">
            <a:extLst>
              <a:ext uri="{FF2B5EF4-FFF2-40B4-BE49-F238E27FC236}">
                <a16:creationId xmlns:a16="http://schemas.microsoft.com/office/drawing/2014/main" id="{53586A65-3E30-D397-4A31-D0D9886ACDC4}"/>
              </a:ext>
            </a:extLst>
          </p:cNvPr>
          <p:cNvSpPr>
            <a:spLocks noGrp="1"/>
          </p:cNvSpPr>
          <p:nvPr>
            <p:ph type="sldNum" sz="quarter" idx="12"/>
          </p:nvPr>
        </p:nvSpPr>
        <p:spPr/>
        <p:txBody>
          <a:bodyPr/>
          <a:lstStyle/>
          <a:p>
            <a:fld id="{DBF5BF70-AF59-E844-AFDD-1A12549F0ECB}" type="slidenum">
              <a:rPr lang="en-GB" smtClean="0"/>
              <a:pPr/>
              <a:t>‹#›</a:t>
            </a:fld>
            <a:endParaRPr lang="en-GB"/>
          </a:p>
        </p:txBody>
      </p:sp>
      <p:sp>
        <p:nvSpPr>
          <p:cNvPr id="37" name="Text Placeholder 4">
            <a:extLst>
              <a:ext uri="{FF2B5EF4-FFF2-40B4-BE49-F238E27FC236}">
                <a16:creationId xmlns:a16="http://schemas.microsoft.com/office/drawing/2014/main" id="{EFF9D0EE-F354-824C-07D6-FFE104CE6A9A}"/>
              </a:ext>
            </a:extLst>
          </p:cNvPr>
          <p:cNvSpPr>
            <a:spLocks noGrp="1"/>
          </p:cNvSpPr>
          <p:nvPr>
            <p:ph type="body" sz="quarter" idx="13"/>
          </p:nvPr>
        </p:nvSpPr>
        <p:spPr>
          <a:xfrm>
            <a:off x="5791703" y="879959"/>
            <a:ext cx="2244711" cy="586861"/>
          </a:xfrm>
        </p:spPr>
        <p:txBody>
          <a:bodyPr anchor="b">
            <a:normAutofit/>
          </a:bodyPr>
          <a:lstStyle>
            <a:lvl1pPr marL="0" indent="0">
              <a:lnSpc>
                <a:spcPct val="100000"/>
              </a:lnSpc>
              <a:buNone/>
              <a:defRPr sz="1350" b="0" cap="all" spc="225" baseline="0">
                <a:solidFill>
                  <a:schemeClr val="tx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38" name="Content Placeholder 5">
            <a:extLst>
              <a:ext uri="{FF2B5EF4-FFF2-40B4-BE49-F238E27FC236}">
                <a16:creationId xmlns:a16="http://schemas.microsoft.com/office/drawing/2014/main" id="{02E2C468-B95F-687C-B2BE-A912F2A704E5}"/>
              </a:ext>
            </a:extLst>
          </p:cNvPr>
          <p:cNvSpPr>
            <a:spLocks noGrp="1"/>
          </p:cNvSpPr>
          <p:nvPr>
            <p:ph sz="quarter" idx="14"/>
          </p:nvPr>
        </p:nvSpPr>
        <p:spPr>
          <a:xfrm>
            <a:off x="5791703" y="1742279"/>
            <a:ext cx="2244711" cy="2972593"/>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cxnSp>
        <p:nvCxnSpPr>
          <p:cNvPr id="39" name="Straight Connector 38">
            <a:extLst>
              <a:ext uri="{FF2B5EF4-FFF2-40B4-BE49-F238E27FC236}">
                <a16:creationId xmlns:a16="http://schemas.microsoft.com/office/drawing/2014/main" id="{443C179A-DD29-E2C9-893B-02827B434C0C}"/>
              </a:ext>
            </a:extLst>
          </p:cNvPr>
          <p:cNvCxnSpPr>
            <a:cxnSpLocks/>
          </p:cNvCxnSpPr>
          <p:nvPr userDrawn="1"/>
        </p:nvCxnSpPr>
        <p:spPr>
          <a:xfrm>
            <a:off x="5860049" y="1599498"/>
            <a:ext cx="381570"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40" name="Text Placeholder 4">
            <a:extLst>
              <a:ext uri="{FF2B5EF4-FFF2-40B4-BE49-F238E27FC236}">
                <a16:creationId xmlns:a16="http://schemas.microsoft.com/office/drawing/2014/main" id="{DEAFA211-92BC-E816-6EE0-43600F78897A}"/>
              </a:ext>
            </a:extLst>
          </p:cNvPr>
          <p:cNvSpPr>
            <a:spLocks noGrp="1"/>
          </p:cNvSpPr>
          <p:nvPr>
            <p:ph type="body" sz="quarter" idx="15"/>
          </p:nvPr>
        </p:nvSpPr>
        <p:spPr>
          <a:xfrm>
            <a:off x="1096501" y="879959"/>
            <a:ext cx="2244711" cy="586861"/>
          </a:xfrm>
        </p:spPr>
        <p:txBody>
          <a:bodyPr anchor="b">
            <a:normAutofit/>
          </a:bodyPr>
          <a:lstStyle>
            <a:lvl1pPr marL="0" indent="0">
              <a:lnSpc>
                <a:spcPct val="100000"/>
              </a:lnSpc>
              <a:buNone/>
              <a:defRPr sz="1350" b="0" cap="all" spc="225" baseline="0">
                <a:solidFill>
                  <a:schemeClr val="tx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41" name="Content Placeholder 5">
            <a:extLst>
              <a:ext uri="{FF2B5EF4-FFF2-40B4-BE49-F238E27FC236}">
                <a16:creationId xmlns:a16="http://schemas.microsoft.com/office/drawing/2014/main" id="{46DB70C6-80D0-D26A-EB39-B77B4CF861EB}"/>
              </a:ext>
            </a:extLst>
          </p:cNvPr>
          <p:cNvSpPr>
            <a:spLocks noGrp="1"/>
          </p:cNvSpPr>
          <p:nvPr>
            <p:ph sz="quarter" idx="16"/>
          </p:nvPr>
        </p:nvSpPr>
        <p:spPr>
          <a:xfrm>
            <a:off x="1096501" y="1742279"/>
            <a:ext cx="2244711" cy="2972593"/>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cxnSp>
        <p:nvCxnSpPr>
          <p:cNvPr id="42" name="Straight Connector 41">
            <a:extLst>
              <a:ext uri="{FF2B5EF4-FFF2-40B4-BE49-F238E27FC236}">
                <a16:creationId xmlns:a16="http://schemas.microsoft.com/office/drawing/2014/main" id="{1041B8F7-D62F-F828-9002-141E32428051}"/>
              </a:ext>
            </a:extLst>
          </p:cNvPr>
          <p:cNvCxnSpPr>
            <a:cxnSpLocks/>
          </p:cNvCxnSpPr>
          <p:nvPr userDrawn="1"/>
        </p:nvCxnSpPr>
        <p:spPr>
          <a:xfrm>
            <a:off x="1164847" y="1599498"/>
            <a:ext cx="381570"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Footer Placeholder 6">
            <a:extLst>
              <a:ext uri="{FF2B5EF4-FFF2-40B4-BE49-F238E27FC236}">
                <a16:creationId xmlns:a16="http://schemas.microsoft.com/office/drawing/2014/main" id="{E4037758-89DA-2033-7757-446B1A279F41}"/>
              </a:ext>
            </a:extLst>
          </p:cNvPr>
          <p:cNvSpPr>
            <a:spLocks noGrp="1"/>
          </p:cNvSpPr>
          <p:nvPr>
            <p:ph type="ftr" sz="quarter" idx="17"/>
          </p:nvPr>
        </p:nvSpPr>
        <p:spPr>
          <a:xfrm rot="5400000">
            <a:off x="7729890" y="1197711"/>
            <a:ext cx="2264149" cy="273844"/>
          </a:xfrm>
          <a:prstGeom prst="rect">
            <a:avLst/>
          </a:prstGeom>
        </p:spPr>
        <p:txBody>
          <a:bodyPr vert="horz" lIns="91440" tIns="45720" rIns="91440" bIns="45720" rtlCol="0" anchor="ctr"/>
          <a:lstStyle>
            <a:lvl1pPr algn="r">
              <a:defRPr sz="900">
                <a:solidFill>
                  <a:schemeClr val="tx1">
                    <a:tint val="75000"/>
                  </a:schemeClr>
                </a:solidFill>
              </a:defRPr>
            </a:lvl1pPr>
          </a:lstStyle>
          <a:p>
            <a:r>
              <a:rPr lang="en-GB"/>
              <a:t>DIGI61331</a:t>
            </a:r>
            <a:endParaRPr lang="en-GB" dirty="0"/>
          </a:p>
        </p:txBody>
      </p:sp>
    </p:spTree>
    <p:extLst>
      <p:ext uri="{BB962C8B-B14F-4D97-AF65-F5344CB8AC3E}">
        <p14:creationId xmlns:p14="http://schemas.microsoft.com/office/powerpoint/2010/main" val="20119680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7D967247-7629-74D3-A626-7D9C1C3AB18F}"/>
              </a:ext>
            </a:extLst>
          </p:cNvPr>
          <p:cNvSpPr>
            <a:spLocks noGrp="1"/>
          </p:cNvSpPr>
          <p:nvPr>
            <p:ph type="title"/>
          </p:nvPr>
        </p:nvSpPr>
        <p:spPr>
          <a:xfrm>
            <a:off x="1072174" y="635000"/>
            <a:ext cx="3411503" cy="1079499"/>
          </a:xfrm>
        </p:spPr>
        <p:txBody>
          <a:bodyPr/>
          <a:lstStyle/>
          <a:p>
            <a:r>
              <a:rPr lang="en-GB"/>
              <a:t>Click to edit Master title style</a:t>
            </a:r>
          </a:p>
        </p:txBody>
      </p:sp>
      <p:sp>
        <p:nvSpPr>
          <p:cNvPr id="22" name="Date Placeholder 21">
            <a:extLst>
              <a:ext uri="{FF2B5EF4-FFF2-40B4-BE49-F238E27FC236}">
                <a16:creationId xmlns:a16="http://schemas.microsoft.com/office/drawing/2014/main" id="{A122BBB0-7DCE-525F-B098-39E752B552E8}"/>
              </a:ext>
            </a:extLst>
          </p:cNvPr>
          <p:cNvSpPr>
            <a:spLocks noGrp="1"/>
          </p:cNvSpPr>
          <p:nvPr>
            <p:ph type="dt" sz="half" idx="14"/>
          </p:nvPr>
        </p:nvSpPr>
        <p:spPr/>
        <p:txBody>
          <a:bodyPr/>
          <a:lstStyle/>
          <a:p>
            <a:r>
              <a:rPr lang="en-GB"/>
              <a:t>25/11/2024</a:t>
            </a:r>
            <a:endParaRPr lang="en-GB" dirty="0"/>
          </a:p>
        </p:txBody>
      </p:sp>
      <p:sp>
        <p:nvSpPr>
          <p:cNvPr id="24" name="Slide Number Placeholder 23">
            <a:extLst>
              <a:ext uri="{FF2B5EF4-FFF2-40B4-BE49-F238E27FC236}">
                <a16:creationId xmlns:a16="http://schemas.microsoft.com/office/drawing/2014/main" id="{E586ED4B-76CB-D19B-E32E-40473A244092}"/>
              </a:ext>
            </a:extLst>
          </p:cNvPr>
          <p:cNvSpPr>
            <a:spLocks noGrp="1"/>
          </p:cNvSpPr>
          <p:nvPr>
            <p:ph type="sldNum" sz="quarter" idx="16"/>
          </p:nvPr>
        </p:nvSpPr>
        <p:spPr/>
        <p:txBody>
          <a:bodyPr/>
          <a:lstStyle/>
          <a:p>
            <a:fld id="{DBF5BF70-AF59-E844-AFDD-1A12549F0ECB}" type="slidenum">
              <a:rPr lang="en-GB" smtClean="0"/>
              <a:pPr/>
              <a:t>‹#›</a:t>
            </a:fld>
            <a:endParaRPr lang="en-GB"/>
          </a:p>
        </p:txBody>
      </p:sp>
      <p:sp>
        <p:nvSpPr>
          <p:cNvPr id="2" name="Footer Placeholder 6">
            <a:extLst>
              <a:ext uri="{FF2B5EF4-FFF2-40B4-BE49-F238E27FC236}">
                <a16:creationId xmlns:a16="http://schemas.microsoft.com/office/drawing/2014/main" id="{E0E2DFEE-0F93-718F-2B33-D0F0AD621550}"/>
              </a:ext>
            </a:extLst>
          </p:cNvPr>
          <p:cNvSpPr>
            <a:spLocks noGrp="1"/>
          </p:cNvSpPr>
          <p:nvPr>
            <p:ph type="ftr" sz="quarter" idx="3"/>
          </p:nvPr>
        </p:nvSpPr>
        <p:spPr>
          <a:xfrm rot="5400000">
            <a:off x="7729890" y="1197711"/>
            <a:ext cx="2264149" cy="273844"/>
          </a:xfrm>
          <a:prstGeom prst="rect">
            <a:avLst/>
          </a:prstGeom>
        </p:spPr>
        <p:txBody>
          <a:bodyPr vert="horz" lIns="91440" tIns="45720" rIns="91440" bIns="45720" rtlCol="0" anchor="ctr"/>
          <a:lstStyle>
            <a:lvl1pPr algn="r">
              <a:defRPr sz="900">
                <a:solidFill>
                  <a:schemeClr val="tx1">
                    <a:tint val="75000"/>
                  </a:schemeClr>
                </a:solidFill>
              </a:defRPr>
            </a:lvl1pPr>
          </a:lstStyle>
          <a:p>
            <a:r>
              <a:rPr lang="en-GB"/>
              <a:t>DIGI61331</a:t>
            </a:r>
            <a:endParaRPr lang="en-GB" dirty="0"/>
          </a:p>
        </p:txBody>
      </p:sp>
      <p:sp>
        <p:nvSpPr>
          <p:cNvPr id="5" name="Online Image Placeholder 3">
            <a:extLst>
              <a:ext uri="{FF2B5EF4-FFF2-40B4-BE49-F238E27FC236}">
                <a16:creationId xmlns:a16="http://schemas.microsoft.com/office/drawing/2014/main" id="{E302AEEB-ED95-683F-E263-828B37EA41C0}"/>
              </a:ext>
            </a:extLst>
          </p:cNvPr>
          <p:cNvSpPr>
            <a:spLocks noGrp="1"/>
          </p:cNvSpPr>
          <p:nvPr>
            <p:ph type="clipArt" sz="quarter" idx="17"/>
          </p:nvPr>
        </p:nvSpPr>
        <p:spPr>
          <a:xfrm>
            <a:off x="4660325" y="771844"/>
            <a:ext cx="3823275" cy="4176448"/>
          </a:xfrm>
        </p:spPr>
        <p:txBody>
          <a:bodyPr/>
          <a:lstStyle/>
          <a:p>
            <a:r>
              <a:rPr lang="en-GB"/>
              <a:t>Click icon to add online image</a:t>
            </a:r>
            <a:endParaRPr lang="en-GB" dirty="0"/>
          </a:p>
        </p:txBody>
      </p:sp>
      <p:sp>
        <p:nvSpPr>
          <p:cNvPr id="4" name="Content Placeholder 3">
            <a:extLst>
              <a:ext uri="{FF2B5EF4-FFF2-40B4-BE49-F238E27FC236}">
                <a16:creationId xmlns:a16="http://schemas.microsoft.com/office/drawing/2014/main" id="{2EC90D3E-6EEC-CBF2-8798-38CEBD340A23}"/>
              </a:ext>
            </a:extLst>
          </p:cNvPr>
          <p:cNvSpPr>
            <a:spLocks noGrp="1"/>
          </p:cNvSpPr>
          <p:nvPr>
            <p:ph sz="quarter" idx="18"/>
          </p:nvPr>
        </p:nvSpPr>
        <p:spPr>
          <a:xfrm>
            <a:off x="1072140" y="1854200"/>
            <a:ext cx="3411537" cy="32258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8121138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7D967247-7629-74D3-A626-7D9C1C3AB18F}"/>
              </a:ext>
            </a:extLst>
          </p:cNvPr>
          <p:cNvSpPr>
            <a:spLocks noGrp="1"/>
          </p:cNvSpPr>
          <p:nvPr>
            <p:ph type="title"/>
          </p:nvPr>
        </p:nvSpPr>
        <p:spPr>
          <a:xfrm>
            <a:off x="1072174" y="635001"/>
            <a:ext cx="3499826" cy="950836"/>
          </a:xfrm>
        </p:spPr>
        <p:txBody>
          <a:bodyPr/>
          <a:lstStyle/>
          <a:p>
            <a:r>
              <a:rPr lang="en-GB"/>
              <a:t>Click to edit Master title style</a:t>
            </a:r>
          </a:p>
        </p:txBody>
      </p:sp>
      <p:sp>
        <p:nvSpPr>
          <p:cNvPr id="22" name="Date Placeholder 21">
            <a:extLst>
              <a:ext uri="{FF2B5EF4-FFF2-40B4-BE49-F238E27FC236}">
                <a16:creationId xmlns:a16="http://schemas.microsoft.com/office/drawing/2014/main" id="{A122BBB0-7DCE-525F-B098-39E752B552E8}"/>
              </a:ext>
            </a:extLst>
          </p:cNvPr>
          <p:cNvSpPr>
            <a:spLocks noGrp="1"/>
          </p:cNvSpPr>
          <p:nvPr>
            <p:ph type="dt" sz="half" idx="14"/>
          </p:nvPr>
        </p:nvSpPr>
        <p:spPr/>
        <p:txBody>
          <a:bodyPr/>
          <a:lstStyle/>
          <a:p>
            <a:r>
              <a:rPr lang="en-GB"/>
              <a:t>25/11/2024</a:t>
            </a:r>
            <a:endParaRPr lang="en-GB" dirty="0"/>
          </a:p>
        </p:txBody>
      </p:sp>
      <p:sp>
        <p:nvSpPr>
          <p:cNvPr id="24" name="Slide Number Placeholder 23">
            <a:extLst>
              <a:ext uri="{FF2B5EF4-FFF2-40B4-BE49-F238E27FC236}">
                <a16:creationId xmlns:a16="http://schemas.microsoft.com/office/drawing/2014/main" id="{E586ED4B-76CB-D19B-E32E-40473A244092}"/>
              </a:ext>
            </a:extLst>
          </p:cNvPr>
          <p:cNvSpPr>
            <a:spLocks noGrp="1"/>
          </p:cNvSpPr>
          <p:nvPr>
            <p:ph type="sldNum" sz="quarter" idx="16"/>
          </p:nvPr>
        </p:nvSpPr>
        <p:spPr/>
        <p:txBody>
          <a:bodyPr/>
          <a:lstStyle/>
          <a:p>
            <a:fld id="{DBF5BF70-AF59-E844-AFDD-1A12549F0ECB}" type="slidenum">
              <a:rPr lang="en-GB" smtClean="0"/>
              <a:pPr/>
              <a:t>‹#›</a:t>
            </a:fld>
            <a:endParaRPr lang="en-GB"/>
          </a:p>
        </p:txBody>
      </p:sp>
      <p:sp>
        <p:nvSpPr>
          <p:cNvPr id="2" name="Footer Placeholder 6">
            <a:extLst>
              <a:ext uri="{FF2B5EF4-FFF2-40B4-BE49-F238E27FC236}">
                <a16:creationId xmlns:a16="http://schemas.microsoft.com/office/drawing/2014/main" id="{E0E2DFEE-0F93-718F-2B33-D0F0AD621550}"/>
              </a:ext>
            </a:extLst>
          </p:cNvPr>
          <p:cNvSpPr>
            <a:spLocks noGrp="1"/>
          </p:cNvSpPr>
          <p:nvPr>
            <p:ph type="ftr" sz="quarter" idx="3"/>
          </p:nvPr>
        </p:nvSpPr>
        <p:spPr>
          <a:xfrm rot="5400000">
            <a:off x="7729890" y="1197711"/>
            <a:ext cx="2264149" cy="273844"/>
          </a:xfrm>
          <a:prstGeom prst="rect">
            <a:avLst/>
          </a:prstGeom>
        </p:spPr>
        <p:txBody>
          <a:bodyPr vert="horz" lIns="91440" tIns="45720" rIns="91440" bIns="45720" rtlCol="0" anchor="ctr"/>
          <a:lstStyle>
            <a:lvl1pPr algn="r">
              <a:defRPr sz="900">
                <a:solidFill>
                  <a:schemeClr val="tx1">
                    <a:tint val="75000"/>
                  </a:schemeClr>
                </a:solidFill>
              </a:defRPr>
            </a:lvl1pPr>
          </a:lstStyle>
          <a:p>
            <a:r>
              <a:rPr lang="en-GB"/>
              <a:t>DIGI61331</a:t>
            </a:r>
            <a:endParaRPr lang="en-GB" dirty="0"/>
          </a:p>
        </p:txBody>
      </p:sp>
      <p:sp>
        <p:nvSpPr>
          <p:cNvPr id="4" name="Online Image Placeholder 3">
            <a:extLst>
              <a:ext uri="{FF2B5EF4-FFF2-40B4-BE49-F238E27FC236}">
                <a16:creationId xmlns:a16="http://schemas.microsoft.com/office/drawing/2014/main" id="{017A38A7-1F05-DBA2-EE2F-8272C6E24468}"/>
              </a:ext>
            </a:extLst>
          </p:cNvPr>
          <p:cNvSpPr>
            <a:spLocks noGrp="1"/>
          </p:cNvSpPr>
          <p:nvPr>
            <p:ph type="clipArt" sz="quarter" idx="17"/>
          </p:nvPr>
        </p:nvSpPr>
        <p:spPr>
          <a:xfrm>
            <a:off x="4774406" y="771844"/>
            <a:ext cx="3829050" cy="4176448"/>
          </a:xfrm>
        </p:spPr>
        <p:txBody>
          <a:bodyPr/>
          <a:lstStyle/>
          <a:p>
            <a:r>
              <a:rPr lang="en-GB"/>
              <a:t>Click icon to add online image</a:t>
            </a:r>
          </a:p>
        </p:txBody>
      </p:sp>
      <p:sp>
        <p:nvSpPr>
          <p:cNvPr id="3" name="Text Placeholder 4">
            <a:extLst>
              <a:ext uri="{FF2B5EF4-FFF2-40B4-BE49-F238E27FC236}">
                <a16:creationId xmlns:a16="http://schemas.microsoft.com/office/drawing/2014/main" id="{C13D738A-1A16-1718-783F-474397E4F1CF}"/>
              </a:ext>
            </a:extLst>
          </p:cNvPr>
          <p:cNvSpPr>
            <a:spLocks noGrp="1"/>
          </p:cNvSpPr>
          <p:nvPr>
            <p:ph type="body" sz="quarter" idx="15"/>
          </p:nvPr>
        </p:nvSpPr>
        <p:spPr>
          <a:xfrm>
            <a:off x="1072174" y="1672442"/>
            <a:ext cx="3499826" cy="417833"/>
          </a:xfrm>
        </p:spPr>
        <p:txBody>
          <a:bodyPr anchor="b">
            <a:normAutofit/>
          </a:bodyPr>
          <a:lstStyle>
            <a:lvl1pPr marL="0" indent="0">
              <a:lnSpc>
                <a:spcPct val="100000"/>
              </a:lnSpc>
              <a:buNone/>
              <a:defRPr sz="1350" b="0" cap="all" spc="225" baseline="0">
                <a:solidFill>
                  <a:schemeClr val="tx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6" name="Content Placeholder 5">
            <a:extLst>
              <a:ext uri="{FF2B5EF4-FFF2-40B4-BE49-F238E27FC236}">
                <a16:creationId xmlns:a16="http://schemas.microsoft.com/office/drawing/2014/main" id="{943ED562-6F11-7710-45DF-309776210843}"/>
              </a:ext>
            </a:extLst>
          </p:cNvPr>
          <p:cNvSpPr>
            <a:spLocks noGrp="1"/>
          </p:cNvSpPr>
          <p:nvPr>
            <p:ph sz="quarter" idx="18"/>
          </p:nvPr>
        </p:nvSpPr>
        <p:spPr>
          <a:xfrm>
            <a:off x="1072174" y="2176880"/>
            <a:ext cx="3499826" cy="292852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7702360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7D967247-7629-74D3-A626-7D9C1C3AB18F}"/>
              </a:ext>
            </a:extLst>
          </p:cNvPr>
          <p:cNvSpPr>
            <a:spLocks noGrp="1"/>
          </p:cNvSpPr>
          <p:nvPr>
            <p:ph type="title"/>
          </p:nvPr>
        </p:nvSpPr>
        <p:spPr>
          <a:xfrm>
            <a:off x="4846313" y="635000"/>
            <a:ext cx="3411503" cy="1079499"/>
          </a:xfrm>
        </p:spPr>
        <p:txBody>
          <a:bodyPr/>
          <a:lstStyle/>
          <a:p>
            <a:r>
              <a:rPr lang="en-GB"/>
              <a:t>Click to edit Master title style</a:t>
            </a:r>
          </a:p>
        </p:txBody>
      </p:sp>
      <p:sp>
        <p:nvSpPr>
          <p:cNvPr id="22" name="Date Placeholder 21">
            <a:extLst>
              <a:ext uri="{FF2B5EF4-FFF2-40B4-BE49-F238E27FC236}">
                <a16:creationId xmlns:a16="http://schemas.microsoft.com/office/drawing/2014/main" id="{A122BBB0-7DCE-525F-B098-39E752B552E8}"/>
              </a:ext>
            </a:extLst>
          </p:cNvPr>
          <p:cNvSpPr>
            <a:spLocks noGrp="1"/>
          </p:cNvSpPr>
          <p:nvPr>
            <p:ph type="dt" sz="half" idx="14"/>
          </p:nvPr>
        </p:nvSpPr>
        <p:spPr/>
        <p:txBody>
          <a:bodyPr/>
          <a:lstStyle/>
          <a:p>
            <a:r>
              <a:rPr lang="en-GB"/>
              <a:t>25/11/2024</a:t>
            </a:r>
            <a:endParaRPr lang="en-GB" dirty="0"/>
          </a:p>
        </p:txBody>
      </p:sp>
      <p:sp>
        <p:nvSpPr>
          <p:cNvPr id="24" name="Slide Number Placeholder 23">
            <a:extLst>
              <a:ext uri="{FF2B5EF4-FFF2-40B4-BE49-F238E27FC236}">
                <a16:creationId xmlns:a16="http://schemas.microsoft.com/office/drawing/2014/main" id="{E586ED4B-76CB-D19B-E32E-40473A244092}"/>
              </a:ext>
            </a:extLst>
          </p:cNvPr>
          <p:cNvSpPr>
            <a:spLocks noGrp="1"/>
          </p:cNvSpPr>
          <p:nvPr>
            <p:ph type="sldNum" sz="quarter" idx="16"/>
          </p:nvPr>
        </p:nvSpPr>
        <p:spPr/>
        <p:txBody>
          <a:bodyPr/>
          <a:lstStyle/>
          <a:p>
            <a:fld id="{DBF5BF70-AF59-E844-AFDD-1A12549F0ECB}" type="slidenum">
              <a:rPr lang="en-GB" smtClean="0"/>
              <a:pPr/>
              <a:t>‹#›</a:t>
            </a:fld>
            <a:endParaRPr lang="en-GB"/>
          </a:p>
        </p:txBody>
      </p:sp>
      <p:sp>
        <p:nvSpPr>
          <p:cNvPr id="2" name="Footer Placeholder 6">
            <a:extLst>
              <a:ext uri="{FF2B5EF4-FFF2-40B4-BE49-F238E27FC236}">
                <a16:creationId xmlns:a16="http://schemas.microsoft.com/office/drawing/2014/main" id="{E0E2DFEE-0F93-718F-2B33-D0F0AD621550}"/>
              </a:ext>
            </a:extLst>
          </p:cNvPr>
          <p:cNvSpPr>
            <a:spLocks noGrp="1"/>
          </p:cNvSpPr>
          <p:nvPr>
            <p:ph type="ftr" sz="quarter" idx="3"/>
          </p:nvPr>
        </p:nvSpPr>
        <p:spPr>
          <a:xfrm rot="5400000">
            <a:off x="7729890" y="1197711"/>
            <a:ext cx="2264149" cy="273844"/>
          </a:xfrm>
          <a:prstGeom prst="rect">
            <a:avLst/>
          </a:prstGeom>
        </p:spPr>
        <p:txBody>
          <a:bodyPr vert="horz" lIns="91440" tIns="45720" rIns="91440" bIns="45720" rtlCol="0" anchor="ctr"/>
          <a:lstStyle>
            <a:lvl1pPr algn="r">
              <a:defRPr sz="900">
                <a:solidFill>
                  <a:schemeClr val="tx1">
                    <a:tint val="75000"/>
                  </a:schemeClr>
                </a:solidFill>
              </a:defRPr>
            </a:lvl1pPr>
          </a:lstStyle>
          <a:p>
            <a:r>
              <a:rPr lang="en-GB"/>
              <a:t>DIGI61331</a:t>
            </a:r>
            <a:endParaRPr lang="en-GB" dirty="0"/>
          </a:p>
        </p:txBody>
      </p:sp>
      <p:sp>
        <p:nvSpPr>
          <p:cNvPr id="5" name="Online Image Placeholder 3">
            <a:extLst>
              <a:ext uri="{FF2B5EF4-FFF2-40B4-BE49-F238E27FC236}">
                <a16:creationId xmlns:a16="http://schemas.microsoft.com/office/drawing/2014/main" id="{E302AEEB-ED95-683F-E263-828B37EA41C0}"/>
              </a:ext>
            </a:extLst>
          </p:cNvPr>
          <p:cNvSpPr>
            <a:spLocks noGrp="1"/>
          </p:cNvSpPr>
          <p:nvPr>
            <p:ph type="clipArt" sz="quarter" idx="17"/>
          </p:nvPr>
        </p:nvSpPr>
        <p:spPr>
          <a:xfrm>
            <a:off x="832396" y="771844"/>
            <a:ext cx="3823275" cy="4176448"/>
          </a:xfrm>
        </p:spPr>
        <p:txBody>
          <a:bodyPr/>
          <a:lstStyle/>
          <a:p>
            <a:r>
              <a:rPr lang="en-GB"/>
              <a:t>Click icon to add online image</a:t>
            </a:r>
            <a:endParaRPr lang="en-GB" dirty="0"/>
          </a:p>
        </p:txBody>
      </p:sp>
      <p:sp>
        <p:nvSpPr>
          <p:cNvPr id="4" name="Content Placeholder 3">
            <a:extLst>
              <a:ext uri="{FF2B5EF4-FFF2-40B4-BE49-F238E27FC236}">
                <a16:creationId xmlns:a16="http://schemas.microsoft.com/office/drawing/2014/main" id="{2EC90D3E-6EEC-CBF2-8798-38CEBD340A23}"/>
              </a:ext>
            </a:extLst>
          </p:cNvPr>
          <p:cNvSpPr>
            <a:spLocks noGrp="1"/>
          </p:cNvSpPr>
          <p:nvPr>
            <p:ph sz="quarter" idx="18"/>
          </p:nvPr>
        </p:nvSpPr>
        <p:spPr>
          <a:xfrm>
            <a:off x="4846279" y="1854200"/>
            <a:ext cx="3411537" cy="32258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9651420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7D967247-7629-74D3-A626-7D9C1C3AB18F}"/>
              </a:ext>
            </a:extLst>
          </p:cNvPr>
          <p:cNvSpPr>
            <a:spLocks noGrp="1"/>
          </p:cNvSpPr>
          <p:nvPr>
            <p:ph type="title"/>
          </p:nvPr>
        </p:nvSpPr>
        <p:spPr>
          <a:xfrm>
            <a:off x="4845600" y="635001"/>
            <a:ext cx="3499826" cy="950836"/>
          </a:xfrm>
        </p:spPr>
        <p:txBody>
          <a:bodyPr/>
          <a:lstStyle/>
          <a:p>
            <a:r>
              <a:rPr lang="en-GB"/>
              <a:t>Click to edit Master title style</a:t>
            </a:r>
          </a:p>
        </p:txBody>
      </p:sp>
      <p:sp>
        <p:nvSpPr>
          <p:cNvPr id="22" name="Date Placeholder 21">
            <a:extLst>
              <a:ext uri="{FF2B5EF4-FFF2-40B4-BE49-F238E27FC236}">
                <a16:creationId xmlns:a16="http://schemas.microsoft.com/office/drawing/2014/main" id="{A122BBB0-7DCE-525F-B098-39E752B552E8}"/>
              </a:ext>
            </a:extLst>
          </p:cNvPr>
          <p:cNvSpPr>
            <a:spLocks noGrp="1"/>
          </p:cNvSpPr>
          <p:nvPr>
            <p:ph type="dt" sz="half" idx="14"/>
          </p:nvPr>
        </p:nvSpPr>
        <p:spPr/>
        <p:txBody>
          <a:bodyPr/>
          <a:lstStyle/>
          <a:p>
            <a:r>
              <a:rPr lang="en-GB"/>
              <a:t>25/11/2024</a:t>
            </a:r>
            <a:endParaRPr lang="en-GB" dirty="0"/>
          </a:p>
        </p:txBody>
      </p:sp>
      <p:sp>
        <p:nvSpPr>
          <p:cNvPr id="24" name="Slide Number Placeholder 23">
            <a:extLst>
              <a:ext uri="{FF2B5EF4-FFF2-40B4-BE49-F238E27FC236}">
                <a16:creationId xmlns:a16="http://schemas.microsoft.com/office/drawing/2014/main" id="{E586ED4B-76CB-D19B-E32E-40473A244092}"/>
              </a:ext>
            </a:extLst>
          </p:cNvPr>
          <p:cNvSpPr>
            <a:spLocks noGrp="1"/>
          </p:cNvSpPr>
          <p:nvPr>
            <p:ph type="sldNum" sz="quarter" idx="16"/>
          </p:nvPr>
        </p:nvSpPr>
        <p:spPr/>
        <p:txBody>
          <a:bodyPr/>
          <a:lstStyle/>
          <a:p>
            <a:fld id="{DBF5BF70-AF59-E844-AFDD-1A12549F0ECB}" type="slidenum">
              <a:rPr lang="en-GB" smtClean="0"/>
              <a:pPr/>
              <a:t>‹#›</a:t>
            </a:fld>
            <a:endParaRPr lang="en-GB"/>
          </a:p>
        </p:txBody>
      </p:sp>
      <p:sp>
        <p:nvSpPr>
          <p:cNvPr id="2" name="Footer Placeholder 6">
            <a:extLst>
              <a:ext uri="{FF2B5EF4-FFF2-40B4-BE49-F238E27FC236}">
                <a16:creationId xmlns:a16="http://schemas.microsoft.com/office/drawing/2014/main" id="{E0E2DFEE-0F93-718F-2B33-D0F0AD621550}"/>
              </a:ext>
            </a:extLst>
          </p:cNvPr>
          <p:cNvSpPr>
            <a:spLocks noGrp="1"/>
          </p:cNvSpPr>
          <p:nvPr>
            <p:ph type="ftr" sz="quarter" idx="3"/>
          </p:nvPr>
        </p:nvSpPr>
        <p:spPr>
          <a:xfrm rot="5400000">
            <a:off x="7729890" y="1197711"/>
            <a:ext cx="2264149" cy="273844"/>
          </a:xfrm>
          <a:prstGeom prst="rect">
            <a:avLst/>
          </a:prstGeom>
        </p:spPr>
        <p:txBody>
          <a:bodyPr vert="horz" lIns="91440" tIns="45720" rIns="91440" bIns="45720" rtlCol="0" anchor="ctr"/>
          <a:lstStyle>
            <a:lvl1pPr algn="r">
              <a:defRPr sz="900">
                <a:solidFill>
                  <a:schemeClr val="tx1">
                    <a:tint val="75000"/>
                  </a:schemeClr>
                </a:solidFill>
              </a:defRPr>
            </a:lvl1pPr>
          </a:lstStyle>
          <a:p>
            <a:r>
              <a:rPr lang="en-GB"/>
              <a:t>DIGI61331</a:t>
            </a:r>
            <a:endParaRPr lang="en-GB" dirty="0"/>
          </a:p>
        </p:txBody>
      </p:sp>
      <p:sp>
        <p:nvSpPr>
          <p:cNvPr id="4" name="Online Image Placeholder 3">
            <a:extLst>
              <a:ext uri="{FF2B5EF4-FFF2-40B4-BE49-F238E27FC236}">
                <a16:creationId xmlns:a16="http://schemas.microsoft.com/office/drawing/2014/main" id="{017A38A7-1F05-DBA2-EE2F-8272C6E24468}"/>
              </a:ext>
            </a:extLst>
          </p:cNvPr>
          <p:cNvSpPr>
            <a:spLocks noGrp="1"/>
          </p:cNvSpPr>
          <p:nvPr>
            <p:ph type="clipArt" sz="quarter" idx="17"/>
          </p:nvPr>
        </p:nvSpPr>
        <p:spPr>
          <a:xfrm>
            <a:off x="831600" y="771844"/>
            <a:ext cx="3829050" cy="4176448"/>
          </a:xfrm>
        </p:spPr>
        <p:txBody>
          <a:bodyPr/>
          <a:lstStyle/>
          <a:p>
            <a:r>
              <a:rPr lang="en-GB"/>
              <a:t>Click icon to add online image</a:t>
            </a:r>
          </a:p>
        </p:txBody>
      </p:sp>
      <p:sp>
        <p:nvSpPr>
          <p:cNvPr id="3" name="Text Placeholder 4">
            <a:extLst>
              <a:ext uri="{FF2B5EF4-FFF2-40B4-BE49-F238E27FC236}">
                <a16:creationId xmlns:a16="http://schemas.microsoft.com/office/drawing/2014/main" id="{C13D738A-1A16-1718-783F-474397E4F1CF}"/>
              </a:ext>
            </a:extLst>
          </p:cNvPr>
          <p:cNvSpPr>
            <a:spLocks noGrp="1"/>
          </p:cNvSpPr>
          <p:nvPr>
            <p:ph type="body" sz="quarter" idx="15"/>
          </p:nvPr>
        </p:nvSpPr>
        <p:spPr>
          <a:xfrm>
            <a:off x="4845600" y="1672442"/>
            <a:ext cx="3499826" cy="417833"/>
          </a:xfrm>
        </p:spPr>
        <p:txBody>
          <a:bodyPr anchor="b">
            <a:normAutofit/>
          </a:bodyPr>
          <a:lstStyle>
            <a:lvl1pPr marL="0" indent="0">
              <a:lnSpc>
                <a:spcPct val="100000"/>
              </a:lnSpc>
              <a:buNone/>
              <a:defRPr sz="1350" b="0" cap="all" spc="225" baseline="0">
                <a:solidFill>
                  <a:schemeClr val="tx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6" name="Content Placeholder 5">
            <a:extLst>
              <a:ext uri="{FF2B5EF4-FFF2-40B4-BE49-F238E27FC236}">
                <a16:creationId xmlns:a16="http://schemas.microsoft.com/office/drawing/2014/main" id="{943ED562-6F11-7710-45DF-309776210843}"/>
              </a:ext>
            </a:extLst>
          </p:cNvPr>
          <p:cNvSpPr>
            <a:spLocks noGrp="1"/>
          </p:cNvSpPr>
          <p:nvPr>
            <p:ph sz="quarter" idx="18"/>
          </p:nvPr>
        </p:nvSpPr>
        <p:spPr>
          <a:xfrm>
            <a:off x="4845600" y="2176880"/>
            <a:ext cx="3499826" cy="292852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12632933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5540562-281C-0FD1-96BD-57FFA059BFFE}"/>
              </a:ext>
            </a:extLst>
          </p:cNvPr>
          <p:cNvSpPr/>
          <p:nvPr userDrawn="1"/>
        </p:nvSpPr>
        <p:spPr>
          <a:xfrm>
            <a:off x="4356100" y="0"/>
            <a:ext cx="4787900" cy="5715000"/>
          </a:xfrm>
          <a:prstGeom prst="rect">
            <a:avLst/>
          </a:prstGeom>
          <a:solidFill>
            <a:srgbClr val="2A382F"/>
          </a:solidFill>
          <a:ln>
            <a:solidFill>
              <a:schemeClr val="bg2">
                <a:lumMod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81C7007D-8380-1107-2E8D-ECAB70AD11BA}"/>
              </a:ext>
            </a:extLst>
          </p:cNvPr>
          <p:cNvSpPr>
            <a:spLocks noGrp="1"/>
          </p:cNvSpPr>
          <p:nvPr>
            <p:ph type="title"/>
          </p:nvPr>
        </p:nvSpPr>
        <p:spPr>
          <a:xfrm>
            <a:off x="640374" y="690933"/>
            <a:ext cx="3296626" cy="1287400"/>
          </a:xfrm>
        </p:spPr>
        <p:txBody>
          <a:bodyPr/>
          <a:lstStyle>
            <a:lvl1pPr algn="ctr">
              <a:defRPr/>
            </a:lvl1pPr>
          </a:lstStyle>
          <a:p>
            <a:r>
              <a:rPr lang="en-GB"/>
              <a:t>Click to edit Master title style</a:t>
            </a:r>
            <a:endParaRPr lang="en-GB" dirty="0"/>
          </a:p>
        </p:txBody>
      </p:sp>
      <p:sp>
        <p:nvSpPr>
          <p:cNvPr id="3" name="Footer Placeholder 2">
            <a:extLst>
              <a:ext uri="{FF2B5EF4-FFF2-40B4-BE49-F238E27FC236}">
                <a16:creationId xmlns:a16="http://schemas.microsoft.com/office/drawing/2014/main" id="{45357DF7-D088-B8D2-EEB6-62234E831DA6}"/>
              </a:ext>
            </a:extLst>
          </p:cNvPr>
          <p:cNvSpPr>
            <a:spLocks noGrp="1"/>
          </p:cNvSpPr>
          <p:nvPr>
            <p:ph type="ftr" sz="quarter" idx="10"/>
          </p:nvPr>
        </p:nvSpPr>
        <p:spPr/>
        <p:txBody>
          <a:bodyPr/>
          <a:lstStyle/>
          <a:p>
            <a:r>
              <a:rPr lang="en-GB"/>
              <a:t>DIGI61331</a:t>
            </a:r>
            <a:endParaRPr lang="en-GB" dirty="0"/>
          </a:p>
        </p:txBody>
      </p:sp>
      <p:sp>
        <p:nvSpPr>
          <p:cNvPr id="4" name="Date Placeholder 3">
            <a:extLst>
              <a:ext uri="{FF2B5EF4-FFF2-40B4-BE49-F238E27FC236}">
                <a16:creationId xmlns:a16="http://schemas.microsoft.com/office/drawing/2014/main" id="{DF60486A-8297-A743-3643-5F18ABA5F57A}"/>
              </a:ext>
            </a:extLst>
          </p:cNvPr>
          <p:cNvSpPr>
            <a:spLocks noGrp="1"/>
          </p:cNvSpPr>
          <p:nvPr>
            <p:ph type="dt" sz="half" idx="11"/>
          </p:nvPr>
        </p:nvSpPr>
        <p:spPr/>
        <p:txBody>
          <a:bodyPr/>
          <a:lstStyle/>
          <a:p>
            <a:r>
              <a:rPr lang="en-GB"/>
              <a:t>25/11/2024</a:t>
            </a:r>
            <a:endParaRPr lang="en-GB" dirty="0"/>
          </a:p>
        </p:txBody>
      </p:sp>
      <p:sp>
        <p:nvSpPr>
          <p:cNvPr id="5" name="Slide Number Placeholder 4">
            <a:extLst>
              <a:ext uri="{FF2B5EF4-FFF2-40B4-BE49-F238E27FC236}">
                <a16:creationId xmlns:a16="http://schemas.microsoft.com/office/drawing/2014/main" id="{C4F7D32F-CF57-3F50-CC75-944F6C563985}"/>
              </a:ext>
            </a:extLst>
          </p:cNvPr>
          <p:cNvSpPr>
            <a:spLocks noGrp="1"/>
          </p:cNvSpPr>
          <p:nvPr>
            <p:ph type="sldNum" sz="quarter" idx="12"/>
          </p:nvPr>
        </p:nvSpPr>
        <p:spPr/>
        <p:txBody>
          <a:bodyPr/>
          <a:lstStyle/>
          <a:p>
            <a:fld id="{DBF5BF70-AF59-E844-AFDD-1A12549F0ECB}" type="slidenum">
              <a:rPr lang="en-GB" smtClean="0"/>
              <a:pPr/>
              <a:t>‹#›</a:t>
            </a:fld>
            <a:endParaRPr lang="en-GB" dirty="0"/>
          </a:p>
        </p:txBody>
      </p:sp>
      <p:sp>
        <p:nvSpPr>
          <p:cNvPr id="8" name="Content Placeholder 7">
            <a:extLst>
              <a:ext uri="{FF2B5EF4-FFF2-40B4-BE49-F238E27FC236}">
                <a16:creationId xmlns:a16="http://schemas.microsoft.com/office/drawing/2014/main" id="{C268E6C1-73BE-73AE-200B-36039F1BC46D}"/>
              </a:ext>
            </a:extLst>
          </p:cNvPr>
          <p:cNvSpPr>
            <a:spLocks noGrp="1"/>
          </p:cNvSpPr>
          <p:nvPr>
            <p:ph sz="quarter" idx="13"/>
          </p:nvPr>
        </p:nvSpPr>
        <p:spPr>
          <a:xfrm>
            <a:off x="640374" y="2082800"/>
            <a:ext cx="3296626" cy="31115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0" name="Content Placeholder 9">
            <a:extLst>
              <a:ext uri="{FF2B5EF4-FFF2-40B4-BE49-F238E27FC236}">
                <a16:creationId xmlns:a16="http://schemas.microsoft.com/office/drawing/2014/main" id="{FD0C843D-350E-0480-6A39-E392DDD3FBFC}"/>
              </a:ext>
            </a:extLst>
          </p:cNvPr>
          <p:cNvSpPr>
            <a:spLocks noGrp="1"/>
          </p:cNvSpPr>
          <p:nvPr>
            <p:ph sz="quarter" idx="14"/>
          </p:nvPr>
        </p:nvSpPr>
        <p:spPr>
          <a:xfrm>
            <a:off x="4572000" y="419100"/>
            <a:ext cx="3949700" cy="4927600"/>
          </a:xfrm>
        </p:spPr>
        <p:txBody>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19515942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5_Custom Layout">
    <p:bg>
      <p:bgPr>
        <a:solidFill>
          <a:srgbClr val="556637"/>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52E56-A388-689F-A2BB-E5462DCAC372}"/>
              </a:ext>
            </a:extLst>
          </p:cNvPr>
          <p:cNvSpPr>
            <a:spLocks noGrp="1"/>
          </p:cNvSpPr>
          <p:nvPr>
            <p:ph type="title"/>
          </p:nvPr>
        </p:nvSpPr>
        <p:spPr>
          <a:xfrm>
            <a:off x="762000" y="886691"/>
            <a:ext cx="6740235" cy="3973854"/>
          </a:xfrm>
        </p:spPr>
        <p:txBody>
          <a:bodyPr/>
          <a:lstStyle>
            <a:lvl1pPr>
              <a:defRPr sz="3600">
                <a:solidFill>
                  <a:schemeClr val="bg2"/>
                </a:solidFill>
              </a:defRPr>
            </a:lvl1pPr>
          </a:lstStyle>
          <a:p>
            <a:r>
              <a:rPr lang="en-GB"/>
              <a:t>Click to edit Master title style</a:t>
            </a:r>
            <a:endParaRPr lang="en-GB" dirty="0"/>
          </a:p>
        </p:txBody>
      </p:sp>
      <p:sp>
        <p:nvSpPr>
          <p:cNvPr id="3" name="Footer Placeholder 2">
            <a:extLst>
              <a:ext uri="{FF2B5EF4-FFF2-40B4-BE49-F238E27FC236}">
                <a16:creationId xmlns:a16="http://schemas.microsoft.com/office/drawing/2014/main" id="{0A762021-AC9E-A48A-E134-64484F3463A5}"/>
              </a:ext>
            </a:extLst>
          </p:cNvPr>
          <p:cNvSpPr>
            <a:spLocks noGrp="1"/>
          </p:cNvSpPr>
          <p:nvPr>
            <p:ph type="ftr" sz="quarter" idx="10"/>
          </p:nvPr>
        </p:nvSpPr>
        <p:spPr/>
        <p:txBody>
          <a:bodyPr/>
          <a:lstStyle/>
          <a:p>
            <a:r>
              <a:rPr lang="en-GB"/>
              <a:t>DIGI61331</a:t>
            </a:r>
            <a:endParaRPr lang="en-GB" dirty="0"/>
          </a:p>
        </p:txBody>
      </p:sp>
      <p:sp>
        <p:nvSpPr>
          <p:cNvPr id="4" name="Date Placeholder 3">
            <a:extLst>
              <a:ext uri="{FF2B5EF4-FFF2-40B4-BE49-F238E27FC236}">
                <a16:creationId xmlns:a16="http://schemas.microsoft.com/office/drawing/2014/main" id="{0E5F443E-FE8E-B668-E53C-56D2421B330D}"/>
              </a:ext>
            </a:extLst>
          </p:cNvPr>
          <p:cNvSpPr>
            <a:spLocks noGrp="1"/>
          </p:cNvSpPr>
          <p:nvPr>
            <p:ph type="dt" sz="half" idx="11"/>
          </p:nvPr>
        </p:nvSpPr>
        <p:spPr/>
        <p:txBody>
          <a:bodyPr/>
          <a:lstStyle/>
          <a:p>
            <a:r>
              <a:rPr lang="en-GB"/>
              <a:t>25/11/2024</a:t>
            </a:r>
            <a:endParaRPr lang="en-GB" dirty="0"/>
          </a:p>
        </p:txBody>
      </p:sp>
      <p:sp>
        <p:nvSpPr>
          <p:cNvPr id="5" name="Slide Number Placeholder 4">
            <a:extLst>
              <a:ext uri="{FF2B5EF4-FFF2-40B4-BE49-F238E27FC236}">
                <a16:creationId xmlns:a16="http://schemas.microsoft.com/office/drawing/2014/main" id="{69BCC5AD-4F6A-7232-C10A-463285BD06F3}"/>
              </a:ext>
            </a:extLst>
          </p:cNvPr>
          <p:cNvSpPr>
            <a:spLocks noGrp="1"/>
          </p:cNvSpPr>
          <p:nvPr>
            <p:ph type="sldNum" sz="quarter" idx="12"/>
          </p:nvPr>
        </p:nvSpPr>
        <p:spPr/>
        <p:txBody>
          <a:bodyPr/>
          <a:lstStyle/>
          <a:p>
            <a:fld id="{DBF5BF70-AF59-E844-AFDD-1A12549F0ECB}" type="slidenum">
              <a:rPr lang="en-GB" smtClean="0"/>
              <a:pPr/>
              <a:t>‹#›</a:t>
            </a:fld>
            <a:endParaRPr lang="en-GB"/>
          </a:p>
        </p:txBody>
      </p:sp>
    </p:spTree>
    <p:extLst>
      <p:ext uri="{BB962C8B-B14F-4D97-AF65-F5344CB8AC3E}">
        <p14:creationId xmlns:p14="http://schemas.microsoft.com/office/powerpoint/2010/main" val="32906669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7BF877-20DD-40F4-AEA8-E1B6D5350D2D}"/>
              </a:ext>
            </a:extLst>
          </p:cNvPr>
          <p:cNvSpPr>
            <a:spLocks noGrp="1"/>
          </p:cNvSpPr>
          <p:nvPr>
            <p:ph type="title"/>
          </p:nvPr>
        </p:nvSpPr>
        <p:spPr>
          <a:xfrm>
            <a:off x="1072174" y="363600"/>
            <a:ext cx="6928826" cy="853200"/>
          </a:xfrm>
        </p:spPr>
        <p:txBody>
          <a:bodyPr/>
          <a:lstStyle/>
          <a:p>
            <a:r>
              <a:rPr lang="en-GB"/>
              <a:t>Click to edit Master title style</a:t>
            </a:r>
            <a:endParaRPr lang="en-US"/>
          </a:p>
        </p:txBody>
      </p:sp>
      <p:sp>
        <p:nvSpPr>
          <p:cNvPr id="10" name="Date Placeholder 9">
            <a:extLst>
              <a:ext uri="{FF2B5EF4-FFF2-40B4-BE49-F238E27FC236}">
                <a16:creationId xmlns:a16="http://schemas.microsoft.com/office/drawing/2014/main" id="{E50563C7-B845-1B67-E165-468E01A142B2}"/>
              </a:ext>
            </a:extLst>
          </p:cNvPr>
          <p:cNvSpPr>
            <a:spLocks noGrp="1"/>
          </p:cNvSpPr>
          <p:nvPr>
            <p:ph type="dt" sz="half" idx="10"/>
          </p:nvPr>
        </p:nvSpPr>
        <p:spPr/>
        <p:txBody>
          <a:bodyPr/>
          <a:lstStyle/>
          <a:p>
            <a:r>
              <a:rPr lang="en-GB"/>
              <a:t>25/11/2024</a:t>
            </a:r>
            <a:endParaRPr lang="en-GB" dirty="0"/>
          </a:p>
        </p:txBody>
      </p:sp>
      <p:sp>
        <p:nvSpPr>
          <p:cNvPr id="12" name="Slide Number Placeholder 11">
            <a:extLst>
              <a:ext uri="{FF2B5EF4-FFF2-40B4-BE49-F238E27FC236}">
                <a16:creationId xmlns:a16="http://schemas.microsoft.com/office/drawing/2014/main" id="{5E0593CE-6E16-40ED-9909-02133948CF97}"/>
              </a:ext>
            </a:extLst>
          </p:cNvPr>
          <p:cNvSpPr>
            <a:spLocks noGrp="1"/>
          </p:cNvSpPr>
          <p:nvPr>
            <p:ph type="sldNum" sz="quarter" idx="12"/>
          </p:nvPr>
        </p:nvSpPr>
        <p:spPr/>
        <p:txBody>
          <a:bodyPr/>
          <a:lstStyle/>
          <a:p>
            <a:fld id="{DBF5BF70-AF59-E844-AFDD-1A12549F0ECB}" type="slidenum">
              <a:rPr lang="en-GB" smtClean="0"/>
              <a:pPr/>
              <a:t>‹#›</a:t>
            </a:fld>
            <a:endParaRPr lang="en-GB"/>
          </a:p>
        </p:txBody>
      </p:sp>
      <p:sp>
        <p:nvSpPr>
          <p:cNvPr id="3" name="Footer Placeholder 6">
            <a:extLst>
              <a:ext uri="{FF2B5EF4-FFF2-40B4-BE49-F238E27FC236}">
                <a16:creationId xmlns:a16="http://schemas.microsoft.com/office/drawing/2014/main" id="{B0A1152B-8268-372E-6625-742B1D66BA52}"/>
              </a:ext>
            </a:extLst>
          </p:cNvPr>
          <p:cNvSpPr>
            <a:spLocks noGrp="1"/>
          </p:cNvSpPr>
          <p:nvPr>
            <p:ph type="ftr" sz="quarter" idx="3"/>
          </p:nvPr>
        </p:nvSpPr>
        <p:spPr>
          <a:xfrm rot="5400000">
            <a:off x="7729890" y="1197711"/>
            <a:ext cx="2264149" cy="273844"/>
          </a:xfrm>
          <a:prstGeom prst="rect">
            <a:avLst/>
          </a:prstGeom>
        </p:spPr>
        <p:txBody>
          <a:bodyPr vert="horz" lIns="91440" tIns="45720" rIns="91440" bIns="45720" rtlCol="0" anchor="ctr"/>
          <a:lstStyle>
            <a:lvl1pPr algn="r">
              <a:defRPr sz="900">
                <a:solidFill>
                  <a:schemeClr val="tx1">
                    <a:tint val="75000"/>
                  </a:schemeClr>
                </a:solidFill>
              </a:defRPr>
            </a:lvl1pPr>
          </a:lstStyle>
          <a:p>
            <a:r>
              <a:rPr lang="en-GB"/>
              <a:t>DIGI61331</a:t>
            </a:r>
            <a:endParaRPr lang="en-GB" dirty="0"/>
          </a:p>
        </p:txBody>
      </p:sp>
    </p:spTree>
    <p:extLst>
      <p:ext uri="{BB962C8B-B14F-4D97-AF65-F5344CB8AC3E}">
        <p14:creationId xmlns:p14="http://schemas.microsoft.com/office/powerpoint/2010/main" val="422709734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8" name="Date Placeholder 7">
            <a:extLst>
              <a:ext uri="{FF2B5EF4-FFF2-40B4-BE49-F238E27FC236}">
                <a16:creationId xmlns:a16="http://schemas.microsoft.com/office/drawing/2014/main" id="{856DB31F-D63E-D981-829A-3CCBE78C8B19}"/>
              </a:ext>
            </a:extLst>
          </p:cNvPr>
          <p:cNvSpPr>
            <a:spLocks noGrp="1"/>
          </p:cNvSpPr>
          <p:nvPr>
            <p:ph type="dt" sz="half" idx="10"/>
          </p:nvPr>
        </p:nvSpPr>
        <p:spPr/>
        <p:txBody>
          <a:bodyPr/>
          <a:lstStyle/>
          <a:p>
            <a:r>
              <a:rPr lang="en-GB"/>
              <a:t>25/11/2024</a:t>
            </a:r>
            <a:endParaRPr lang="en-GB" dirty="0"/>
          </a:p>
        </p:txBody>
      </p:sp>
      <p:sp>
        <p:nvSpPr>
          <p:cNvPr id="10" name="Slide Number Placeholder 9">
            <a:extLst>
              <a:ext uri="{FF2B5EF4-FFF2-40B4-BE49-F238E27FC236}">
                <a16:creationId xmlns:a16="http://schemas.microsoft.com/office/drawing/2014/main" id="{33A022CE-94EA-94A0-5F6F-690EDD2CD38A}"/>
              </a:ext>
            </a:extLst>
          </p:cNvPr>
          <p:cNvSpPr>
            <a:spLocks noGrp="1"/>
          </p:cNvSpPr>
          <p:nvPr>
            <p:ph type="sldNum" sz="quarter" idx="12"/>
          </p:nvPr>
        </p:nvSpPr>
        <p:spPr/>
        <p:txBody>
          <a:bodyPr/>
          <a:lstStyle/>
          <a:p>
            <a:fld id="{DBF5BF70-AF59-E844-AFDD-1A12549F0ECB}" type="slidenum">
              <a:rPr lang="en-GB" smtClean="0"/>
              <a:pPr/>
              <a:t>‹#›</a:t>
            </a:fld>
            <a:endParaRPr lang="en-GB"/>
          </a:p>
        </p:txBody>
      </p:sp>
      <p:sp>
        <p:nvSpPr>
          <p:cNvPr id="2" name="Footer Placeholder 6">
            <a:extLst>
              <a:ext uri="{FF2B5EF4-FFF2-40B4-BE49-F238E27FC236}">
                <a16:creationId xmlns:a16="http://schemas.microsoft.com/office/drawing/2014/main" id="{B3908EC1-D7C1-A350-9065-7FBF9CD243EE}"/>
              </a:ext>
            </a:extLst>
          </p:cNvPr>
          <p:cNvSpPr>
            <a:spLocks noGrp="1"/>
          </p:cNvSpPr>
          <p:nvPr>
            <p:ph type="ftr" sz="quarter" idx="3"/>
          </p:nvPr>
        </p:nvSpPr>
        <p:spPr>
          <a:xfrm rot="5400000">
            <a:off x="7729890" y="1197711"/>
            <a:ext cx="2264149" cy="273844"/>
          </a:xfrm>
          <a:prstGeom prst="rect">
            <a:avLst/>
          </a:prstGeom>
        </p:spPr>
        <p:txBody>
          <a:bodyPr vert="horz" lIns="91440" tIns="45720" rIns="91440" bIns="45720" rtlCol="0" anchor="ctr"/>
          <a:lstStyle>
            <a:lvl1pPr algn="r">
              <a:defRPr sz="900">
                <a:solidFill>
                  <a:schemeClr val="tx1">
                    <a:tint val="75000"/>
                  </a:schemeClr>
                </a:solidFill>
              </a:defRPr>
            </a:lvl1pPr>
          </a:lstStyle>
          <a:p>
            <a:r>
              <a:rPr lang="en-GB"/>
              <a:t>DIGI61331</a:t>
            </a:r>
            <a:endParaRPr lang="en-GB" dirty="0"/>
          </a:p>
        </p:txBody>
      </p:sp>
    </p:spTree>
    <p:extLst>
      <p:ext uri="{BB962C8B-B14F-4D97-AF65-F5344CB8AC3E}">
        <p14:creationId xmlns:p14="http://schemas.microsoft.com/office/powerpoint/2010/main" val="33404430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1EE4CB-68CF-4BF3-A891-8277AFD13D88}"/>
              </a:ext>
            </a:extLst>
          </p:cNvPr>
          <p:cNvSpPr>
            <a:spLocks noGrp="1"/>
          </p:cNvSpPr>
          <p:nvPr>
            <p:ph idx="1"/>
          </p:nvPr>
        </p:nvSpPr>
        <p:spPr>
          <a:xfrm>
            <a:off x="4000501" y="635000"/>
            <a:ext cx="4000499" cy="4445000"/>
          </a:xfrm>
        </p:spPr>
        <p:txBody>
          <a:bodyPr anchor="ctr">
            <a:normAutofit/>
          </a:bodyPr>
          <a:lstStyle>
            <a:lvl1pPr>
              <a:defRPr sz="2100">
                <a:solidFill>
                  <a:schemeClr val="tx1"/>
                </a:solidFill>
              </a:defRPr>
            </a:lvl1pPr>
            <a:lvl2pPr>
              <a:defRPr sz="1800">
                <a:solidFill>
                  <a:schemeClr val="tx1"/>
                </a:solidFill>
              </a:defRPr>
            </a:lvl2pPr>
            <a:lvl3pPr>
              <a:defRPr sz="1500">
                <a:solidFill>
                  <a:schemeClr val="tx1"/>
                </a:solidFill>
              </a:defRPr>
            </a:lvl3pPr>
            <a:lvl4pPr>
              <a:defRPr sz="1350">
                <a:solidFill>
                  <a:schemeClr val="tx1"/>
                </a:solidFill>
              </a:defRPr>
            </a:lvl4pPr>
            <a:lvl5pPr>
              <a:defRPr sz="1350">
                <a:solidFill>
                  <a:schemeClr val="tx1"/>
                </a:solidFill>
              </a:defRPr>
            </a:lvl5pPr>
            <a:lvl6pPr>
              <a:defRPr sz="1500"/>
            </a:lvl6pPr>
            <a:lvl7pPr>
              <a:defRPr sz="1500"/>
            </a:lvl7pPr>
            <a:lvl8pPr>
              <a:defRPr sz="1500"/>
            </a:lvl8pPr>
            <a:lvl9pPr>
              <a:defRPr sz="15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8" name="Date Placeholder 7">
            <a:extLst>
              <a:ext uri="{FF2B5EF4-FFF2-40B4-BE49-F238E27FC236}">
                <a16:creationId xmlns:a16="http://schemas.microsoft.com/office/drawing/2014/main" id="{290FD177-6A66-BF93-044C-58936703C8B8}"/>
              </a:ext>
            </a:extLst>
          </p:cNvPr>
          <p:cNvSpPr>
            <a:spLocks noGrp="1"/>
          </p:cNvSpPr>
          <p:nvPr>
            <p:ph type="dt" sz="half" idx="10"/>
          </p:nvPr>
        </p:nvSpPr>
        <p:spPr/>
        <p:txBody>
          <a:bodyPr/>
          <a:lstStyle/>
          <a:p>
            <a:r>
              <a:rPr lang="en-GB"/>
              <a:t>25/11/2024</a:t>
            </a:r>
            <a:endParaRPr lang="en-GB" dirty="0"/>
          </a:p>
        </p:txBody>
      </p:sp>
      <p:sp>
        <p:nvSpPr>
          <p:cNvPr id="10" name="Slide Number Placeholder 9">
            <a:extLst>
              <a:ext uri="{FF2B5EF4-FFF2-40B4-BE49-F238E27FC236}">
                <a16:creationId xmlns:a16="http://schemas.microsoft.com/office/drawing/2014/main" id="{54F9CA93-CABC-8B4C-97C2-4496BC754071}"/>
              </a:ext>
            </a:extLst>
          </p:cNvPr>
          <p:cNvSpPr>
            <a:spLocks noGrp="1"/>
          </p:cNvSpPr>
          <p:nvPr>
            <p:ph type="sldNum" sz="quarter" idx="12"/>
          </p:nvPr>
        </p:nvSpPr>
        <p:spPr/>
        <p:txBody>
          <a:bodyPr/>
          <a:lstStyle/>
          <a:p>
            <a:fld id="{DBF5BF70-AF59-E844-AFDD-1A12549F0ECB}" type="slidenum">
              <a:rPr lang="en-GB" smtClean="0"/>
              <a:pPr/>
              <a:t>‹#›</a:t>
            </a:fld>
            <a:endParaRPr lang="en-GB"/>
          </a:p>
        </p:txBody>
      </p:sp>
      <p:sp>
        <p:nvSpPr>
          <p:cNvPr id="5" name="Footer Placeholder 6">
            <a:extLst>
              <a:ext uri="{FF2B5EF4-FFF2-40B4-BE49-F238E27FC236}">
                <a16:creationId xmlns:a16="http://schemas.microsoft.com/office/drawing/2014/main" id="{12FBD274-AD36-812E-45A2-2809112CE68C}"/>
              </a:ext>
            </a:extLst>
          </p:cNvPr>
          <p:cNvSpPr>
            <a:spLocks noGrp="1"/>
          </p:cNvSpPr>
          <p:nvPr>
            <p:ph type="ftr" sz="quarter" idx="3"/>
          </p:nvPr>
        </p:nvSpPr>
        <p:spPr>
          <a:xfrm rot="5400000">
            <a:off x="7729890" y="1197711"/>
            <a:ext cx="2264149" cy="273844"/>
          </a:xfrm>
          <a:prstGeom prst="rect">
            <a:avLst/>
          </a:prstGeom>
        </p:spPr>
        <p:txBody>
          <a:bodyPr vert="horz" lIns="91440" tIns="45720" rIns="91440" bIns="45720" rtlCol="0" anchor="ctr"/>
          <a:lstStyle>
            <a:lvl1pPr algn="r">
              <a:defRPr sz="900">
                <a:solidFill>
                  <a:schemeClr val="tx1">
                    <a:tint val="75000"/>
                  </a:schemeClr>
                </a:solidFill>
              </a:defRPr>
            </a:lvl1pPr>
          </a:lstStyle>
          <a:p>
            <a:r>
              <a:rPr lang="en-GB"/>
              <a:t>DIGI61331</a:t>
            </a:r>
            <a:endParaRPr lang="en-GB" dirty="0"/>
          </a:p>
        </p:txBody>
      </p:sp>
      <p:sp>
        <p:nvSpPr>
          <p:cNvPr id="6" name="Title 1">
            <a:extLst>
              <a:ext uri="{FF2B5EF4-FFF2-40B4-BE49-F238E27FC236}">
                <a16:creationId xmlns:a16="http://schemas.microsoft.com/office/drawing/2014/main" id="{58F58A41-285C-1AA8-3026-0EEA94B85360}"/>
              </a:ext>
            </a:extLst>
          </p:cNvPr>
          <p:cNvSpPr>
            <a:spLocks noGrp="1"/>
          </p:cNvSpPr>
          <p:nvPr>
            <p:ph type="title"/>
          </p:nvPr>
        </p:nvSpPr>
        <p:spPr>
          <a:xfrm>
            <a:off x="1075157" y="1152605"/>
            <a:ext cx="2656663" cy="1704895"/>
          </a:xfrm>
        </p:spPr>
        <p:txBody>
          <a:bodyPr anchor="b"/>
          <a:lstStyle>
            <a:lvl1pPr algn="r">
              <a:defRPr sz="2100">
                <a:solidFill>
                  <a:schemeClr val="tx1"/>
                </a:solidFill>
              </a:defRPr>
            </a:lvl1pPr>
          </a:lstStyle>
          <a:p>
            <a:r>
              <a:rPr lang="en-GB"/>
              <a:t>Click to edit Master title style</a:t>
            </a:r>
            <a:endParaRPr lang="en-US" dirty="0"/>
          </a:p>
        </p:txBody>
      </p:sp>
      <p:sp>
        <p:nvSpPr>
          <p:cNvPr id="7" name="Text Placeholder 3">
            <a:extLst>
              <a:ext uri="{FF2B5EF4-FFF2-40B4-BE49-F238E27FC236}">
                <a16:creationId xmlns:a16="http://schemas.microsoft.com/office/drawing/2014/main" id="{CDB4A44E-63A3-BAE9-8778-4186391F0D4D}"/>
              </a:ext>
            </a:extLst>
          </p:cNvPr>
          <p:cNvSpPr>
            <a:spLocks noGrp="1"/>
          </p:cNvSpPr>
          <p:nvPr>
            <p:ph type="body" sz="half" idx="2"/>
          </p:nvPr>
        </p:nvSpPr>
        <p:spPr>
          <a:xfrm>
            <a:off x="1075158" y="3041402"/>
            <a:ext cx="2656663" cy="1403598"/>
          </a:xfrm>
        </p:spPr>
        <p:txBody>
          <a:bodyPr/>
          <a:lstStyle>
            <a:lvl1pPr marL="0" indent="0" algn="r">
              <a:buNone/>
              <a:defRPr sz="1200">
                <a:solidFill>
                  <a:schemeClr val="tx1"/>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Tree>
    <p:extLst>
      <p:ext uri="{BB962C8B-B14F-4D97-AF65-F5344CB8AC3E}">
        <p14:creationId xmlns:p14="http://schemas.microsoft.com/office/powerpoint/2010/main" val="354389311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8A5DE-E5C6-4DB9-AD28-8F1EAC6F5513}"/>
              </a:ext>
            </a:extLst>
          </p:cNvPr>
          <p:cNvSpPr>
            <a:spLocks noGrp="1"/>
          </p:cNvSpPr>
          <p:nvPr>
            <p:ph type="title"/>
          </p:nvPr>
        </p:nvSpPr>
        <p:spPr>
          <a:xfrm>
            <a:off x="1072800" y="363600"/>
            <a:ext cx="6928826" cy="853200"/>
          </a:xfrm>
        </p:spPr>
        <p:txBody>
          <a:bodyPr/>
          <a:lstStyle>
            <a:lvl1pPr>
              <a:defRPr>
                <a:solidFill>
                  <a:schemeClr val="tx1"/>
                </a:solidFill>
              </a:defRPr>
            </a:lvl1pPr>
          </a:lstStyle>
          <a:p>
            <a:r>
              <a:rPr lang="en-GB"/>
              <a:t>Click to edit Master title style</a:t>
            </a:r>
            <a:endParaRPr lang="en-US" dirty="0"/>
          </a:p>
        </p:txBody>
      </p:sp>
      <p:sp>
        <p:nvSpPr>
          <p:cNvPr id="3" name="Vertical Text Placeholder 2">
            <a:extLst>
              <a:ext uri="{FF2B5EF4-FFF2-40B4-BE49-F238E27FC236}">
                <a16:creationId xmlns:a16="http://schemas.microsoft.com/office/drawing/2014/main" id="{4363E08E-9B2D-4740-9AC6-D5E1CFB95FC6}"/>
              </a:ext>
            </a:extLst>
          </p:cNvPr>
          <p:cNvSpPr>
            <a:spLocks noGrp="1"/>
          </p:cNvSpPr>
          <p:nvPr>
            <p:ph type="body" orient="vert" idx="1"/>
          </p:nvPr>
        </p:nvSpPr>
        <p:spPr>
          <a:xfrm>
            <a:off x="1072174" y="1371600"/>
            <a:ext cx="6928826" cy="3708401"/>
          </a:xfrm>
        </p:spPr>
        <p:txBody>
          <a:bodyPr vert="eaVert"/>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0" name="Date Placeholder 9">
            <a:extLst>
              <a:ext uri="{FF2B5EF4-FFF2-40B4-BE49-F238E27FC236}">
                <a16:creationId xmlns:a16="http://schemas.microsoft.com/office/drawing/2014/main" id="{3D2AF288-1887-21D1-1BF6-12D9D516B325}"/>
              </a:ext>
            </a:extLst>
          </p:cNvPr>
          <p:cNvSpPr>
            <a:spLocks noGrp="1"/>
          </p:cNvSpPr>
          <p:nvPr>
            <p:ph type="dt" sz="half" idx="10"/>
          </p:nvPr>
        </p:nvSpPr>
        <p:spPr/>
        <p:txBody>
          <a:bodyPr/>
          <a:lstStyle/>
          <a:p>
            <a:r>
              <a:rPr lang="en-GB"/>
              <a:t>25/11/2024</a:t>
            </a:r>
            <a:endParaRPr lang="en-GB" dirty="0"/>
          </a:p>
        </p:txBody>
      </p:sp>
      <p:sp>
        <p:nvSpPr>
          <p:cNvPr id="12" name="Slide Number Placeholder 11">
            <a:extLst>
              <a:ext uri="{FF2B5EF4-FFF2-40B4-BE49-F238E27FC236}">
                <a16:creationId xmlns:a16="http://schemas.microsoft.com/office/drawing/2014/main" id="{051530D4-71B9-A32E-DAAC-B5A086EA0E47}"/>
              </a:ext>
            </a:extLst>
          </p:cNvPr>
          <p:cNvSpPr>
            <a:spLocks noGrp="1"/>
          </p:cNvSpPr>
          <p:nvPr>
            <p:ph type="sldNum" sz="quarter" idx="12"/>
          </p:nvPr>
        </p:nvSpPr>
        <p:spPr/>
        <p:txBody>
          <a:bodyPr/>
          <a:lstStyle/>
          <a:p>
            <a:fld id="{DBF5BF70-AF59-E844-AFDD-1A12549F0ECB}" type="slidenum">
              <a:rPr lang="en-GB" smtClean="0"/>
              <a:pPr/>
              <a:t>‹#›</a:t>
            </a:fld>
            <a:endParaRPr lang="en-GB"/>
          </a:p>
        </p:txBody>
      </p:sp>
      <p:sp>
        <p:nvSpPr>
          <p:cNvPr id="4" name="Footer Placeholder 6">
            <a:extLst>
              <a:ext uri="{FF2B5EF4-FFF2-40B4-BE49-F238E27FC236}">
                <a16:creationId xmlns:a16="http://schemas.microsoft.com/office/drawing/2014/main" id="{E2162E7A-3BED-85B6-0ACA-1AA1CF0C401A}"/>
              </a:ext>
            </a:extLst>
          </p:cNvPr>
          <p:cNvSpPr>
            <a:spLocks noGrp="1"/>
          </p:cNvSpPr>
          <p:nvPr>
            <p:ph type="ftr" sz="quarter" idx="3"/>
          </p:nvPr>
        </p:nvSpPr>
        <p:spPr>
          <a:xfrm rot="5400000">
            <a:off x="7729890" y="1197711"/>
            <a:ext cx="2264149" cy="273844"/>
          </a:xfrm>
          <a:prstGeom prst="rect">
            <a:avLst/>
          </a:prstGeom>
        </p:spPr>
        <p:txBody>
          <a:bodyPr vert="horz" lIns="91440" tIns="45720" rIns="91440" bIns="45720" rtlCol="0" anchor="ctr"/>
          <a:lstStyle>
            <a:lvl1pPr algn="r">
              <a:defRPr sz="900">
                <a:solidFill>
                  <a:schemeClr val="tx1">
                    <a:tint val="75000"/>
                  </a:schemeClr>
                </a:solidFill>
              </a:defRPr>
            </a:lvl1pPr>
          </a:lstStyle>
          <a:p>
            <a:r>
              <a:rPr lang="en-GB"/>
              <a:t>DIGI61331</a:t>
            </a:r>
            <a:endParaRPr lang="en-GB" dirty="0"/>
          </a:p>
        </p:txBody>
      </p:sp>
    </p:spTree>
    <p:extLst>
      <p:ext uri="{BB962C8B-B14F-4D97-AF65-F5344CB8AC3E}">
        <p14:creationId xmlns:p14="http://schemas.microsoft.com/office/powerpoint/2010/main" val="414802909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7DE70F5-2276-4F91-9FC2-8DA4B528814A}"/>
              </a:ext>
            </a:extLst>
          </p:cNvPr>
          <p:cNvSpPr>
            <a:spLocks noGrp="1"/>
          </p:cNvSpPr>
          <p:nvPr>
            <p:ph type="title" orient="vert"/>
          </p:nvPr>
        </p:nvSpPr>
        <p:spPr>
          <a:xfrm>
            <a:off x="6858000" y="1223083"/>
            <a:ext cx="1318846" cy="3856918"/>
          </a:xfrm>
        </p:spPr>
        <p:txBody>
          <a:bodyPr vert="eaVert"/>
          <a:lstStyle>
            <a:lvl1pPr>
              <a:defRPr>
                <a:solidFill>
                  <a:schemeClr val="tx1"/>
                </a:solidFill>
              </a:defRPr>
            </a:lvl1pPr>
          </a:lstStyle>
          <a:p>
            <a:r>
              <a:rPr lang="en-GB"/>
              <a:t>Click to edit Master title style</a:t>
            </a:r>
            <a:endParaRPr lang="en-US" dirty="0"/>
          </a:p>
        </p:txBody>
      </p:sp>
      <p:sp>
        <p:nvSpPr>
          <p:cNvPr id="3" name="Vertical Text Placeholder 2">
            <a:extLst>
              <a:ext uri="{FF2B5EF4-FFF2-40B4-BE49-F238E27FC236}">
                <a16:creationId xmlns:a16="http://schemas.microsoft.com/office/drawing/2014/main" id="{D21856C5-C2FD-45E4-A631-AC06B5495BEA}"/>
              </a:ext>
            </a:extLst>
          </p:cNvPr>
          <p:cNvSpPr>
            <a:spLocks noGrp="1"/>
          </p:cNvSpPr>
          <p:nvPr>
            <p:ph type="body" orient="vert" idx="1"/>
          </p:nvPr>
        </p:nvSpPr>
        <p:spPr>
          <a:xfrm>
            <a:off x="886735" y="1223083"/>
            <a:ext cx="5879534" cy="3856918"/>
          </a:xfrm>
        </p:spPr>
        <p:txBody>
          <a:bodyPr vert="eaVert"/>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1" name="Date Placeholder 10">
            <a:extLst>
              <a:ext uri="{FF2B5EF4-FFF2-40B4-BE49-F238E27FC236}">
                <a16:creationId xmlns:a16="http://schemas.microsoft.com/office/drawing/2014/main" id="{0202A3D9-715A-A66E-BEAD-2DC48DE5D084}"/>
              </a:ext>
            </a:extLst>
          </p:cNvPr>
          <p:cNvSpPr>
            <a:spLocks noGrp="1"/>
          </p:cNvSpPr>
          <p:nvPr>
            <p:ph type="dt" sz="half" idx="10"/>
          </p:nvPr>
        </p:nvSpPr>
        <p:spPr/>
        <p:txBody>
          <a:bodyPr/>
          <a:lstStyle/>
          <a:p>
            <a:r>
              <a:rPr lang="en-GB"/>
              <a:t>25/11/2024</a:t>
            </a:r>
            <a:endParaRPr lang="en-GB" dirty="0"/>
          </a:p>
        </p:txBody>
      </p:sp>
      <p:sp>
        <p:nvSpPr>
          <p:cNvPr id="13" name="Slide Number Placeholder 12">
            <a:extLst>
              <a:ext uri="{FF2B5EF4-FFF2-40B4-BE49-F238E27FC236}">
                <a16:creationId xmlns:a16="http://schemas.microsoft.com/office/drawing/2014/main" id="{53D77885-B603-7906-D478-B18E6F1C49A8}"/>
              </a:ext>
            </a:extLst>
          </p:cNvPr>
          <p:cNvSpPr>
            <a:spLocks noGrp="1"/>
          </p:cNvSpPr>
          <p:nvPr>
            <p:ph type="sldNum" sz="quarter" idx="12"/>
          </p:nvPr>
        </p:nvSpPr>
        <p:spPr/>
        <p:txBody>
          <a:bodyPr/>
          <a:lstStyle/>
          <a:p>
            <a:fld id="{DBF5BF70-AF59-E844-AFDD-1A12549F0ECB}" type="slidenum">
              <a:rPr lang="en-GB" smtClean="0"/>
              <a:pPr/>
              <a:t>‹#›</a:t>
            </a:fld>
            <a:endParaRPr lang="en-GB"/>
          </a:p>
        </p:txBody>
      </p:sp>
      <p:sp>
        <p:nvSpPr>
          <p:cNvPr id="4" name="Footer Placeholder 6">
            <a:extLst>
              <a:ext uri="{FF2B5EF4-FFF2-40B4-BE49-F238E27FC236}">
                <a16:creationId xmlns:a16="http://schemas.microsoft.com/office/drawing/2014/main" id="{55D899C3-BA57-3E92-F97D-683DDDFA5A4D}"/>
              </a:ext>
            </a:extLst>
          </p:cNvPr>
          <p:cNvSpPr>
            <a:spLocks noGrp="1"/>
          </p:cNvSpPr>
          <p:nvPr>
            <p:ph type="ftr" sz="quarter" idx="3"/>
          </p:nvPr>
        </p:nvSpPr>
        <p:spPr>
          <a:xfrm rot="5400000">
            <a:off x="7729890" y="1197711"/>
            <a:ext cx="2264149" cy="273844"/>
          </a:xfrm>
          <a:prstGeom prst="rect">
            <a:avLst/>
          </a:prstGeom>
        </p:spPr>
        <p:txBody>
          <a:bodyPr vert="horz" lIns="91440" tIns="45720" rIns="91440" bIns="45720" rtlCol="0" anchor="ctr"/>
          <a:lstStyle>
            <a:lvl1pPr algn="r">
              <a:defRPr sz="900">
                <a:solidFill>
                  <a:schemeClr val="tx1">
                    <a:tint val="75000"/>
                  </a:schemeClr>
                </a:solidFill>
              </a:defRPr>
            </a:lvl1pPr>
          </a:lstStyle>
          <a:p>
            <a:r>
              <a:rPr lang="en-GB"/>
              <a:t>DIGI61331</a:t>
            </a:r>
            <a:endParaRPr lang="en-GB" dirty="0"/>
          </a:p>
        </p:txBody>
      </p:sp>
    </p:spTree>
    <p:extLst>
      <p:ext uri="{BB962C8B-B14F-4D97-AF65-F5344CB8AC3E}">
        <p14:creationId xmlns:p14="http://schemas.microsoft.com/office/powerpoint/2010/main" val="91803953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6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457201" y="107157"/>
            <a:ext cx="8178800" cy="1185333"/>
          </a:xfrm>
        </p:spPr>
        <p:txBody>
          <a:bodyPr/>
          <a:lstStyle/>
          <a:p>
            <a:r>
              <a:rPr lang="en-GB"/>
              <a:t>Click to edit Master title style</a:t>
            </a:r>
            <a:endParaRPr lang="de-DE"/>
          </a:p>
        </p:txBody>
      </p:sp>
      <p:sp>
        <p:nvSpPr>
          <p:cNvPr id="3" name="Rectangle 5"/>
          <p:cNvSpPr>
            <a:spLocks noGrp="1" noChangeArrowheads="1"/>
          </p:cNvSpPr>
          <p:nvPr>
            <p:ph type="sldNum" idx="10"/>
          </p:nvPr>
        </p:nvSpPr>
        <p:spPr>
          <a:ln/>
        </p:spPr>
        <p:txBody>
          <a:bodyPr/>
          <a:lstStyle>
            <a:lvl1pPr>
              <a:defRPr/>
            </a:lvl1pPr>
          </a:lstStyle>
          <a:p>
            <a:pPr>
              <a:defRPr/>
            </a:pPr>
            <a:fld id="{D80CFC59-3E31-4578-AE01-6178EF97A1AB}" type="slidenum">
              <a:rPr lang="de-DE" altLang="de-DE"/>
              <a:pPr>
                <a:defRPr/>
              </a:pPr>
              <a:t>‹#›</a:t>
            </a:fld>
            <a:endParaRPr lang="de-DE" altLang="de-DE"/>
          </a:p>
        </p:txBody>
      </p:sp>
    </p:spTree>
    <p:extLst>
      <p:ext uri="{BB962C8B-B14F-4D97-AF65-F5344CB8AC3E}">
        <p14:creationId xmlns:p14="http://schemas.microsoft.com/office/powerpoint/2010/main" val="366683257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7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457201" y="107157"/>
            <a:ext cx="8178800" cy="1185333"/>
          </a:xfrm>
        </p:spPr>
        <p:txBody>
          <a:bodyPr/>
          <a:lstStyle/>
          <a:p>
            <a:r>
              <a:rPr lang="en-GB"/>
              <a:t>Click to edit Master title style</a:t>
            </a:r>
            <a:endParaRPr lang="de-DE"/>
          </a:p>
        </p:txBody>
      </p:sp>
      <p:sp>
        <p:nvSpPr>
          <p:cNvPr id="3" name="Rectangle 5"/>
          <p:cNvSpPr>
            <a:spLocks noGrp="1" noChangeArrowheads="1"/>
          </p:cNvSpPr>
          <p:nvPr>
            <p:ph type="sldNum" idx="10"/>
          </p:nvPr>
        </p:nvSpPr>
        <p:spPr>
          <a:ln/>
        </p:spPr>
        <p:txBody>
          <a:bodyPr/>
          <a:lstStyle>
            <a:lvl1pPr>
              <a:defRPr/>
            </a:lvl1pPr>
          </a:lstStyle>
          <a:p>
            <a:pPr>
              <a:defRPr/>
            </a:pPr>
            <a:fld id="{D80CFC59-3E31-4578-AE01-6178EF97A1AB}" type="slidenum">
              <a:rPr lang="de-DE" altLang="de-DE"/>
              <a:pPr>
                <a:defRPr/>
              </a:pPr>
              <a:t>‹#›</a:t>
            </a:fld>
            <a:endParaRPr lang="de-DE" altLang="de-DE"/>
          </a:p>
        </p:txBody>
      </p:sp>
    </p:spTree>
    <p:extLst>
      <p:ext uri="{BB962C8B-B14F-4D97-AF65-F5344CB8AC3E}">
        <p14:creationId xmlns:p14="http://schemas.microsoft.com/office/powerpoint/2010/main" val="131238604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8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457201" y="107157"/>
            <a:ext cx="8178800" cy="1185333"/>
          </a:xfrm>
        </p:spPr>
        <p:txBody>
          <a:bodyPr/>
          <a:lstStyle/>
          <a:p>
            <a:r>
              <a:rPr lang="en-GB"/>
              <a:t>Click to edit Master title style</a:t>
            </a:r>
            <a:endParaRPr lang="de-DE"/>
          </a:p>
        </p:txBody>
      </p:sp>
      <p:sp>
        <p:nvSpPr>
          <p:cNvPr id="3" name="Rectangle 5"/>
          <p:cNvSpPr>
            <a:spLocks noGrp="1" noChangeArrowheads="1"/>
          </p:cNvSpPr>
          <p:nvPr>
            <p:ph type="sldNum" idx="10"/>
          </p:nvPr>
        </p:nvSpPr>
        <p:spPr>
          <a:ln/>
        </p:spPr>
        <p:txBody>
          <a:bodyPr/>
          <a:lstStyle>
            <a:lvl1pPr>
              <a:defRPr/>
            </a:lvl1pPr>
          </a:lstStyle>
          <a:p>
            <a:pPr>
              <a:defRPr/>
            </a:pPr>
            <a:fld id="{D80CFC59-3E31-4578-AE01-6178EF97A1AB}" type="slidenum">
              <a:rPr lang="de-DE" altLang="de-DE"/>
              <a:pPr>
                <a:defRPr/>
              </a:pPr>
              <a:t>‹#›</a:t>
            </a:fld>
            <a:endParaRPr lang="de-DE" altLang="de-DE"/>
          </a:p>
        </p:txBody>
      </p:sp>
    </p:spTree>
    <p:extLst>
      <p:ext uri="{BB962C8B-B14F-4D97-AF65-F5344CB8AC3E}">
        <p14:creationId xmlns:p14="http://schemas.microsoft.com/office/powerpoint/2010/main" val="67608577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9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457201" y="107157"/>
            <a:ext cx="8178800" cy="1185333"/>
          </a:xfrm>
        </p:spPr>
        <p:txBody>
          <a:bodyPr/>
          <a:lstStyle/>
          <a:p>
            <a:r>
              <a:rPr lang="en-GB"/>
              <a:t>Click to edit Master title style</a:t>
            </a:r>
            <a:endParaRPr lang="de-DE"/>
          </a:p>
        </p:txBody>
      </p:sp>
      <p:sp>
        <p:nvSpPr>
          <p:cNvPr id="3" name="Rectangle 5"/>
          <p:cNvSpPr>
            <a:spLocks noGrp="1" noChangeArrowheads="1"/>
          </p:cNvSpPr>
          <p:nvPr>
            <p:ph type="sldNum" idx="10"/>
          </p:nvPr>
        </p:nvSpPr>
        <p:spPr>
          <a:ln/>
        </p:spPr>
        <p:txBody>
          <a:bodyPr/>
          <a:lstStyle>
            <a:lvl1pPr>
              <a:defRPr/>
            </a:lvl1pPr>
          </a:lstStyle>
          <a:p>
            <a:pPr>
              <a:defRPr/>
            </a:pPr>
            <a:fld id="{D80CFC59-3E31-4578-AE01-6178EF97A1AB}" type="slidenum">
              <a:rPr lang="de-DE" altLang="de-DE"/>
              <a:pPr>
                <a:defRPr/>
              </a:pPr>
              <a:t>‹#›</a:t>
            </a:fld>
            <a:endParaRPr lang="de-DE" altLang="de-DE"/>
          </a:p>
        </p:txBody>
      </p:sp>
    </p:spTree>
    <p:extLst>
      <p:ext uri="{BB962C8B-B14F-4D97-AF65-F5344CB8AC3E}">
        <p14:creationId xmlns:p14="http://schemas.microsoft.com/office/powerpoint/2010/main" val="11107881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10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457201" y="107157"/>
            <a:ext cx="8178800" cy="1185333"/>
          </a:xfrm>
        </p:spPr>
        <p:txBody>
          <a:bodyPr/>
          <a:lstStyle/>
          <a:p>
            <a:r>
              <a:rPr lang="en-GB"/>
              <a:t>Click to edit Master title style</a:t>
            </a:r>
            <a:endParaRPr lang="de-DE"/>
          </a:p>
        </p:txBody>
      </p:sp>
      <p:sp>
        <p:nvSpPr>
          <p:cNvPr id="3" name="Rectangle 5"/>
          <p:cNvSpPr>
            <a:spLocks noGrp="1" noChangeArrowheads="1"/>
          </p:cNvSpPr>
          <p:nvPr>
            <p:ph type="sldNum" idx="10"/>
          </p:nvPr>
        </p:nvSpPr>
        <p:spPr>
          <a:ln/>
        </p:spPr>
        <p:txBody>
          <a:bodyPr/>
          <a:lstStyle>
            <a:lvl1pPr>
              <a:defRPr/>
            </a:lvl1pPr>
          </a:lstStyle>
          <a:p>
            <a:pPr>
              <a:defRPr/>
            </a:pPr>
            <a:fld id="{D80CFC59-3E31-4578-AE01-6178EF97A1AB}" type="slidenum">
              <a:rPr lang="de-DE" altLang="de-DE"/>
              <a:pPr>
                <a:defRPr/>
              </a:pPr>
              <a:t>‹#›</a:t>
            </a:fld>
            <a:endParaRPr lang="de-DE" altLang="de-DE"/>
          </a:p>
        </p:txBody>
      </p:sp>
    </p:spTree>
    <p:extLst>
      <p:ext uri="{BB962C8B-B14F-4D97-AF65-F5344CB8AC3E}">
        <p14:creationId xmlns:p14="http://schemas.microsoft.com/office/powerpoint/2010/main" val="39800835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F84152A-7FE0-4708-B7C1-DBEC8F133766}"/>
              </a:ext>
            </a:extLst>
          </p:cNvPr>
          <p:cNvSpPr>
            <a:spLocks noGrp="1"/>
          </p:cNvSpPr>
          <p:nvPr>
            <p:ph type="title"/>
          </p:nvPr>
        </p:nvSpPr>
        <p:spPr>
          <a:xfrm>
            <a:off x="1072174" y="363600"/>
            <a:ext cx="6928826" cy="853200"/>
          </a:xfrm>
          <a:prstGeom prst="rect">
            <a:avLst/>
          </a:prstGeom>
        </p:spPr>
        <p:txBody>
          <a:bodyPr vert="horz" lIns="91440" tIns="45720" rIns="91440" bIns="45720" rtlCol="0" anchor="b">
            <a:noAutofit/>
          </a:bodyPr>
          <a:lstStyle/>
          <a:p>
            <a:r>
              <a:rPr lang="en-GB"/>
              <a:t>Click to edit Master title style</a:t>
            </a:r>
            <a:endParaRPr lang="en-US" dirty="0"/>
          </a:p>
        </p:txBody>
      </p:sp>
      <p:sp>
        <p:nvSpPr>
          <p:cNvPr id="3" name="Text Placeholder 2">
            <a:extLst>
              <a:ext uri="{FF2B5EF4-FFF2-40B4-BE49-F238E27FC236}">
                <a16:creationId xmlns:a16="http://schemas.microsoft.com/office/drawing/2014/main" id="{B911AB53-BAF9-439D-9451-47193CF2FF8E}"/>
              </a:ext>
            </a:extLst>
          </p:cNvPr>
          <p:cNvSpPr>
            <a:spLocks noGrp="1"/>
          </p:cNvSpPr>
          <p:nvPr>
            <p:ph type="body" idx="1"/>
          </p:nvPr>
        </p:nvSpPr>
        <p:spPr>
          <a:xfrm>
            <a:off x="1072174" y="1358900"/>
            <a:ext cx="6928826" cy="3721101"/>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6">
            <a:extLst>
              <a:ext uri="{FF2B5EF4-FFF2-40B4-BE49-F238E27FC236}">
                <a16:creationId xmlns:a16="http://schemas.microsoft.com/office/drawing/2014/main" id="{06798AF7-972C-CC20-635B-118D83B407AC}"/>
              </a:ext>
            </a:extLst>
          </p:cNvPr>
          <p:cNvSpPr>
            <a:spLocks noGrp="1"/>
          </p:cNvSpPr>
          <p:nvPr>
            <p:ph type="ftr" sz="quarter" idx="3"/>
          </p:nvPr>
        </p:nvSpPr>
        <p:spPr>
          <a:xfrm rot="5400000">
            <a:off x="7729890" y="1197711"/>
            <a:ext cx="2264149" cy="273844"/>
          </a:xfrm>
          <a:prstGeom prst="rect">
            <a:avLst/>
          </a:prstGeom>
        </p:spPr>
        <p:txBody>
          <a:bodyPr vert="horz" lIns="91440" tIns="45720" rIns="91440" bIns="45720" rtlCol="0" anchor="ctr"/>
          <a:lstStyle>
            <a:lvl1pPr algn="r">
              <a:defRPr sz="900">
                <a:solidFill>
                  <a:schemeClr val="tx1">
                    <a:tint val="75000"/>
                  </a:schemeClr>
                </a:solidFill>
              </a:defRPr>
            </a:lvl1pPr>
          </a:lstStyle>
          <a:p>
            <a:r>
              <a:rPr lang="en-GB"/>
              <a:t>DIGI61331</a:t>
            </a:r>
            <a:endParaRPr lang="en-GB" dirty="0"/>
          </a:p>
        </p:txBody>
      </p:sp>
      <p:sp>
        <p:nvSpPr>
          <p:cNvPr id="8" name="Date Placeholder 7">
            <a:extLst>
              <a:ext uri="{FF2B5EF4-FFF2-40B4-BE49-F238E27FC236}">
                <a16:creationId xmlns:a16="http://schemas.microsoft.com/office/drawing/2014/main" id="{62EA3336-59B0-6C98-1782-7FD7A919A4A4}"/>
              </a:ext>
            </a:extLst>
          </p:cNvPr>
          <p:cNvSpPr>
            <a:spLocks noGrp="1"/>
          </p:cNvSpPr>
          <p:nvPr>
            <p:ph type="dt" sz="half" idx="2"/>
          </p:nvPr>
        </p:nvSpPr>
        <p:spPr>
          <a:xfrm rot="5400000">
            <a:off x="7633108" y="4146665"/>
            <a:ext cx="2457713" cy="273844"/>
          </a:xfrm>
          <a:prstGeom prst="rect">
            <a:avLst/>
          </a:prstGeom>
        </p:spPr>
        <p:txBody>
          <a:bodyPr vert="horz" lIns="91440" tIns="45720" rIns="91440" bIns="45720" rtlCol="0" anchor="ctr"/>
          <a:lstStyle>
            <a:lvl1pPr algn="l">
              <a:defRPr sz="825">
                <a:solidFill>
                  <a:schemeClr val="tx1">
                    <a:tint val="75000"/>
                  </a:schemeClr>
                </a:solidFill>
              </a:defRPr>
            </a:lvl1pPr>
          </a:lstStyle>
          <a:p>
            <a:r>
              <a:rPr lang="en-GB"/>
              <a:t>25/11/2024</a:t>
            </a:r>
            <a:endParaRPr lang="en-GB" dirty="0"/>
          </a:p>
        </p:txBody>
      </p:sp>
      <p:sp>
        <p:nvSpPr>
          <p:cNvPr id="9" name="Slide Number Placeholder 8">
            <a:extLst>
              <a:ext uri="{FF2B5EF4-FFF2-40B4-BE49-F238E27FC236}">
                <a16:creationId xmlns:a16="http://schemas.microsoft.com/office/drawing/2014/main" id="{E01A2320-E8EF-E45A-C5C4-A9F47FB0FAEB}"/>
              </a:ext>
            </a:extLst>
          </p:cNvPr>
          <p:cNvSpPr>
            <a:spLocks noGrp="1"/>
          </p:cNvSpPr>
          <p:nvPr>
            <p:ph type="sldNum" sz="quarter" idx="4"/>
          </p:nvPr>
        </p:nvSpPr>
        <p:spPr>
          <a:xfrm>
            <a:off x="8681013" y="2579593"/>
            <a:ext cx="361905" cy="362253"/>
          </a:xfrm>
          <a:prstGeom prst="rect">
            <a:avLst/>
          </a:prstGeom>
        </p:spPr>
        <p:txBody>
          <a:bodyPr vert="horz" lIns="91440" tIns="45720" rIns="91440" bIns="45720" rtlCol="0" anchor="ctr"/>
          <a:lstStyle>
            <a:lvl1pPr algn="ctr">
              <a:defRPr lang="en-GB" sz="900" smtClean="0">
                <a:solidFill>
                  <a:schemeClr val="tx1">
                    <a:tint val="75000"/>
                  </a:schemeClr>
                </a:solidFill>
              </a:defRPr>
            </a:lvl1pPr>
          </a:lstStyle>
          <a:p>
            <a:fld id="{DBF5BF70-AF59-E844-AFDD-1A12549F0ECB}" type="slidenum">
              <a:rPr lang="en-GB" smtClean="0"/>
              <a:pPr/>
              <a:t>‹#›</a:t>
            </a:fld>
            <a:endParaRPr lang="en-GB"/>
          </a:p>
        </p:txBody>
      </p:sp>
    </p:spTree>
    <p:extLst>
      <p:ext uri="{BB962C8B-B14F-4D97-AF65-F5344CB8AC3E}">
        <p14:creationId xmlns:p14="http://schemas.microsoft.com/office/powerpoint/2010/main" val="3049301017"/>
      </p:ext>
    </p:extLst>
  </p:cSld>
  <p:clrMap bg1="lt1" tx1="dk1" bg2="lt2" tx2="dk2" accent1="accent1" accent2="accent2" accent3="accent3" accent4="accent4" accent5="accent5" accent6="accent6" hlink="hlink" folHlink="folHlink"/>
  <p:sldLayoutIdLst>
    <p:sldLayoutId id="2147483754" r:id="rId1"/>
    <p:sldLayoutId id="2147483746" r:id="rId2"/>
    <p:sldLayoutId id="2147483747" r:id="rId3"/>
    <p:sldLayoutId id="2147483748" r:id="rId4"/>
    <p:sldLayoutId id="2147483759" r:id="rId5"/>
    <p:sldLayoutId id="2147483749" r:id="rId6"/>
    <p:sldLayoutId id="2147483758" r:id="rId7"/>
    <p:sldLayoutId id="2147483761" r:id="rId8"/>
    <p:sldLayoutId id="2147483760" r:id="rId9"/>
    <p:sldLayoutId id="2147483755" r:id="rId10"/>
    <p:sldLayoutId id="2147483762" r:id="rId11"/>
    <p:sldLayoutId id="2147483763" r:id="rId12"/>
    <p:sldLayoutId id="2147483764" r:id="rId13"/>
    <p:sldLayoutId id="2147483765" r:id="rId14"/>
    <p:sldLayoutId id="2147483766" r:id="rId15"/>
    <p:sldLayoutId id="2147483743" r:id="rId16"/>
    <p:sldLayoutId id="2147483739" r:id="rId17"/>
    <p:sldLayoutId id="2147483740" r:id="rId18"/>
    <p:sldLayoutId id="2147483742" r:id="rId19"/>
    <p:sldLayoutId id="2147483744" r:id="rId20"/>
    <p:sldLayoutId id="2147483767" r:id="rId21"/>
    <p:sldLayoutId id="2147483768" r:id="rId22"/>
    <p:sldLayoutId id="2147483769" r:id="rId23"/>
    <p:sldLayoutId id="2147483770" r:id="rId24"/>
    <p:sldLayoutId id="2147483771" r:id="rId25"/>
  </p:sldLayoutIdLst>
  <p:hf hdr="0"/>
  <p:txStyles>
    <p:titleStyle>
      <a:lvl1pPr algn="l" defTabSz="685800" rtl="0" eaLnBrk="1" latinLnBrk="0" hangingPunct="1">
        <a:lnSpc>
          <a:spcPct val="120000"/>
        </a:lnSpc>
        <a:spcBef>
          <a:spcPct val="0"/>
        </a:spcBef>
        <a:buNone/>
        <a:defRPr sz="2100" b="1" kern="1200" cap="all" spc="450" baseline="0">
          <a:solidFill>
            <a:schemeClr val="tx1"/>
          </a:solidFill>
          <a:latin typeface="+mj-lt"/>
          <a:ea typeface="+mj-ea"/>
          <a:cs typeface="+mj-cs"/>
        </a:defRPr>
      </a:lvl1pPr>
    </p:titleStyle>
    <p:bodyStyle>
      <a:lvl1pPr marL="205740" indent="-205740" algn="l" defTabSz="685800" rtl="0" eaLnBrk="1" latinLnBrk="0" hangingPunct="1">
        <a:lnSpc>
          <a:spcPct val="130000"/>
        </a:lnSpc>
        <a:spcBef>
          <a:spcPts val="750"/>
        </a:spcBef>
        <a:buSzPct val="85000"/>
        <a:buFont typeface="Arial" panose="020B0604020202020204" pitchFamily="34" charset="0"/>
        <a:buChar char="•"/>
        <a:defRPr sz="1350" kern="1200">
          <a:solidFill>
            <a:schemeClr val="tx1"/>
          </a:solidFill>
          <a:latin typeface="+mn-lt"/>
          <a:ea typeface="+mn-ea"/>
          <a:cs typeface="+mn-cs"/>
        </a:defRPr>
      </a:lvl1pPr>
      <a:lvl2pPr marL="302419" indent="-164306" algn="l" defTabSz="685800" rtl="0" eaLnBrk="1" latinLnBrk="0" hangingPunct="1">
        <a:lnSpc>
          <a:spcPct val="130000"/>
        </a:lnSpc>
        <a:spcBef>
          <a:spcPts val="375"/>
        </a:spcBef>
        <a:buSzPct val="85000"/>
        <a:buFont typeface="Courier New" panose="02070309020205020404" pitchFamily="49" charset="0"/>
        <a:buChar char="o"/>
        <a:tabLst/>
        <a:defRPr sz="1200" b="0" kern="1200">
          <a:solidFill>
            <a:schemeClr val="tx1"/>
          </a:solidFill>
          <a:latin typeface="+mn-lt"/>
          <a:ea typeface="+mn-ea"/>
          <a:cs typeface="+mn-cs"/>
        </a:defRPr>
      </a:lvl2pPr>
      <a:lvl3pPr marL="342900" indent="-137160" algn="l" defTabSz="685800" rtl="0" eaLnBrk="1" latinLnBrk="0" hangingPunct="1">
        <a:lnSpc>
          <a:spcPct val="130000"/>
        </a:lnSpc>
        <a:spcBef>
          <a:spcPts val="375"/>
        </a:spcBef>
        <a:buSzPct val="85000"/>
        <a:buFont typeface="Arial" panose="020B0604020202020204" pitchFamily="34" charset="0"/>
        <a:buChar char="•"/>
        <a:defRPr sz="1050" kern="1200">
          <a:solidFill>
            <a:schemeClr val="tx1"/>
          </a:solidFill>
          <a:latin typeface="+mn-lt"/>
          <a:ea typeface="+mn-ea"/>
          <a:cs typeface="+mn-cs"/>
        </a:defRPr>
      </a:lvl3pPr>
      <a:lvl4pPr marL="406004" indent="-138113" algn="l" defTabSz="685800" rtl="0" eaLnBrk="1" latinLnBrk="0" hangingPunct="1">
        <a:lnSpc>
          <a:spcPct val="130000"/>
        </a:lnSpc>
        <a:spcBef>
          <a:spcPts val="375"/>
        </a:spcBef>
        <a:buSzPct val="85000"/>
        <a:buFont typeface="Courier New" panose="02070309020205020404" pitchFamily="49" charset="0"/>
        <a:buChar char="o"/>
        <a:tabLst/>
        <a:defRPr sz="900" b="0" kern="1200">
          <a:solidFill>
            <a:schemeClr val="tx1"/>
          </a:solidFill>
          <a:latin typeface="+mn-lt"/>
          <a:ea typeface="+mn-ea"/>
          <a:cs typeface="+mn-cs"/>
        </a:defRPr>
      </a:lvl4pPr>
      <a:lvl5pPr marL="480060" indent="-137160" algn="l" defTabSz="685800" rtl="0" eaLnBrk="1" latinLnBrk="0" hangingPunct="1">
        <a:lnSpc>
          <a:spcPct val="130000"/>
        </a:lnSpc>
        <a:spcBef>
          <a:spcPts val="375"/>
        </a:spcBef>
        <a:buSzPct val="85000"/>
        <a:buFont typeface="Arial" panose="020B0604020202020204" pitchFamily="34" charset="0"/>
        <a:buChar char="•"/>
        <a:defRPr sz="9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hyperlink" Target="https://www.sketchengine.eu/brown-corpus/" TargetMode="External"/><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hyperlink" Target="https://huggingface.co/datasets/bigbio/bioscope"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hyperlink" Target="https://pxhere.com/ja/photo/956989" TargetMode="External"/><Relationship Id="rId2" Type="http://schemas.openxmlformats.org/officeDocument/2006/relationships/image" Target="../media/image3.jpeg"/><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hyperlink" Target="https://users.ox.ac.uk/~martinw/dlc/chapter1.htm"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courses.lumenlearning.com/suny-fmcc-researchsuccess/chapter/influence-of-a-research-question/" TargetMode="External"/><Relationship Id="rId2" Type="http://schemas.openxmlformats.org/officeDocument/2006/relationships/image" Target="../media/image4.png"/><Relationship Id="rId1" Type="http://schemas.openxmlformats.org/officeDocument/2006/relationships/slideLayout" Target="../slideLayouts/slideLayout14.xml"/><Relationship Id="rId4" Type="http://schemas.openxmlformats.org/officeDocument/2006/relationships/hyperlink" Target="https://creativecommons.org/licenses/by/3.0/"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14.xml"/><Relationship Id="rId5" Type="http://schemas.openxmlformats.org/officeDocument/2006/relationships/image" Target="../media/image7.jpeg"/><Relationship Id="rId4" Type="http://schemas.openxmlformats.org/officeDocument/2006/relationships/image" Target="../media/image6.jpeg"/></Relationships>
</file>

<file path=ppt/slides/_rels/slide10.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8.jpeg"/><Relationship Id="rId7" Type="http://schemas.openxmlformats.org/officeDocument/2006/relationships/diagramColors" Target="../diagrams/colors1.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hyperlink" Target="https://www.publicdomainpictures.net/en/view-image.php?image=387264&amp;picture=man-reading-book"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hyperlink" Target="http://www.sketchengine.co.uk/" TargetMode="External"/><Relationship Id="rId13" Type="http://schemas.openxmlformats.org/officeDocument/2006/relationships/hyperlink" Target="http://www.lancs.ac.uk/fass/projects/corpus/UCLA/" TargetMode="External"/><Relationship Id="rId3" Type="http://schemas.openxmlformats.org/officeDocument/2006/relationships/hyperlink" Target="http://www.lexically.net/wordsmith/" TargetMode="External"/><Relationship Id="rId7" Type="http://schemas.openxmlformats.org/officeDocument/2006/relationships/hyperlink" Target="http://www.lancs.ac.uk/fass/projects/corpus/cbls/resources.asp" TargetMode="External"/><Relationship Id="rId12" Type="http://schemas.openxmlformats.org/officeDocument/2006/relationships/hyperlink" Target="http://www.lancs.ac.uk/fass/projects/corpus/LCMC/" TargetMode="External"/><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hyperlink" Target="http://www.oucs.ox.ac.uk/rts/xaira/" TargetMode="External"/><Relationship Id="rId11" Type="http://schemas.openxmlformats.org/officeDocument/2006/relationships/hyperlink" Target="http://www.americancorpus.org/" TargetMode="External"/><Relationship Id="rId5" Type="http://schemas.openxmlformats.org/officeDocument/2006/relationships/hyperlink" Target="http://www.antlab.sci.waseda.ac.jp/software/antconc3.2.4w.exe" TargetMode="External"/><Relationship Id="rId10" Type="http://schemas.openxmlformats.org/officeDocument/2006/relationships/hyperlink" Target="http://bncweb.lancs.ac.uk/bncwebSignup/user/login.php" TargetMode="External"/><Relationship Id="rId4" Type="http://schemas.openxmlformats.org/officeDocument/2006/relationships/hyperlink" Target="http://www.athel.com/mono.html" TargetMode="External"/><Relationship Id="rId9" Type="http://schemas.openxmlformats.org/officeDocument/2006/relationships/hyperlink" Target="http://corpus.byu.edu/bnc/" TargetMode="External"/><Relationship Id="rId14" Type="http://schemas.openxmlformats.org/officeDocument/2006/relationships/hyperlink" Target="http://www.lancs.ac.uk/fass/projects/corpus/babel/babel.htm"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hyperlink" Target="https://www.publicdomainpictures.net/en/view-image.php?image=387264&amp;picture=man-reading-book"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6.xml"/><Relationship Id="rId5" Type="http://schemas.openxmlformats.org/officeDocument/2006/relationships/image" Target="../media/image17.png"/><Relationship Id="rId4" Type="http://schemas.openxmlformats.org/officeDocument/2006/relationships/image" Target="../media/image16.png"/></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hyperlink" Target="https://www.publicdomainpictures.net/en/view-image.php?image=387264&amp;picture=man-reading-book"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7.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hyperlink" Target="https://www.publicdomainpictures.net/en/view-image.php?image=387264&amp;picture=man-reading-book" TargetMode="Externa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medium.com/@kashyapkathrani/all-about-embeddings-829c8ff0bf5b"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hyperlink" Target="https://arxiv.org/abs/1301.3781" TargetMode="External"/><Relationship Id="rId4" Type="http://schemas.openxmlformats.org/officeDocument/2006/relationships/image" Target="../media/image27.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8" Type="http://schemas.openxmlformats.org/officeDocument/2006/relationships/hyperlink" Target="https://doi.org/10.1177/0003122419877135" TargetMode="External"/><Relationship Id="rId3" Type="http://schemas.openxmlformats.org/officeDocument/2006/relationships/hyperlink" Target="https://doi.org/10.1145/3359190" TargetMode="External"/><Relationship Id="rId7" Type="http://schemas.openxmlformats.org/officeDocument/2006/relationships/hyperlink" Target="https://doi.org/10.22148/16.007" TargetMode="External"/><Relationship Id="rId12" Type="http://schemas.openxmlformats.org/officeDocument/2006/relationships/hyperlink" Target="https://doi.org/10.1632/pmla.2020.135.1.59" TargetMode="External"/><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hyperlink" Target="https://doi.org/10.1016/j.compenvurbsys.2015.12.003" TargetMode="External"/><Relationship Id="rId11" Type="http://schemas.openxmlformats.org/officeDocument/2006/relationships/hyperlink" Target="https://doi.org/10.7312/so--19772" TargetMode="External"/><Relationship Id="rId5" Type="http://schemas.openxmlformats.org/officeDocument/2006/relationships/hyperlink" Target="https://doi.org/10.1073/pnas.1720347115" TargetMode="External"/><Relationship Id="rId10" Type="http://schemas.openxmlformats.org/officeDocument/2006/relationships/hyperlink" Target="https://doi.org/10.7208/chicago/9780226568898.001.0001" TargetMode="External"/><Relationship Id="rId4" Type="http://schemas.openxmlformats.org/officeDocument/2006/relationships/hyperlink" Target="https://doi.org/10.5406/j.ctvfjd0mf" TargetMode="External"/><Relationship Id="rId9" Type="http://schemas.openxmlformats.org/officeDocument/2006/relationships/hyperlink" Target="https://pudding.cool/2022/02/women-in-headline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extLst>
              <a:ext uri="{BEBA8EAE-BF5A-486C-A8C5-ECC9F3942E4B}">
                <a14:imgProps xmlns:a14="http://schemas.microsoft.com/office/drawing/2010/main">
                  <a14:imgLayer r:embed="rId4">
                    <a14:imgEffect>
                      <a14:brightnessContrast bright="-43000"/>
                    </a14:imgEffect>
                  </a14:imgLayer>
                </a14:imgProps>
              </a:ext>
            </a:extLst>
          </a:blip>
          <a:srcRect/>
          <a:stretch>
            <a:fillRect l="-6000" r="-6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80951-6B7C-784D-4219-64FD9268B8B4}"/>
              </a:ext>
            </a:extLst>
          </p:cNvPr>
          <p:cNvSpPr>
            <a:spLocks noGrp="1"/>
          </p:cNvSpPr>
          <p:nvPr>
            <p:ph type="ctrTitle"/>
          </p:nvPr>
        </p:nvSpPr>
        <p:spPr/>
        <p:txBody>
          <a:bodyPr/>
          <a:lstStyle/>
          <a:p>
            <a:r>
              <a:rPr lang="en-GB" dirty="0"/>
              <a:t>Text Analysis with R</a:t>
            </a:r>
            <a:endParaRPr lang="en-US" dirty="0"/>
          </a:p>
        </p:txBody>
      </p:sp>
      <p:sp>
        <p:nvSpPr>
          <p:cNvPr id="3" name="Subtitle 2">
            <a:extLst>
              <a:ext uri="{FF2B5EF4-FFF2-40B4-BE49-F238E27FC236}">
                <a16:creationId xmlns:a16="http://schemas.microsoft.com/office/drawing/2014/main" id="{56CE4B36-DC2C-71C5-90BB-065445AEC4BE}"/>
              </a:ext>
            </a:extLst>
          </p:cNvPr>
          <p:cNvSpPr>
            <a:spLocks noGrp="1"/>
          </p:cNvSpPr>
          <p:nvPr>
            <p:ph type="subTitle" idx="1"/>
          </p:nvPr>
        </p:nvSpPr>
        <p:spPr>
          <a:xfrm>
            <a:off x="2288648" y="2419616"/>
            <a:ext cx="4566704" cy="596636"/>
          </a:xfrm>
        </p:spPr>
        <p:txBody>
          <a:bodyPr/>
          <a:lstStyle/>
          <a:p>
            <a:r>
              <a:rPr lang="en-GB" dirty="0"/>
              <a:t>Introduction, Corpus Analysis, Sentiment Analysis, and Word Vectors</a:t>
            </a:r>
          </a:p>
        </p:txBody>
      </p:sp>
      <p:sp>
        <p:nvSpPr>
          <p:cNvPr id="4" name="Text Placeholder 3">
            <a:extLst>
              <a:ext uri="{FF2B5EF4-FFF2-40B4-BE49-F238E27FC236}">
                <a16:creationId xmlns:a16="http://schemas.microsoft.com/office/drawing/2014/main" id="{1217EB1D-8B1D-EDE3-75C8-43992F65EB36}"/>
              </a:ext>
            </a:extLst>
          </p:cNvPr>
          <p:cNvSpPr>
            <a:spLocks noGrp="1"/>
          </p:cNvSpPr>
          <p:nvPr>
            <p:ph type="body" sz="quarter" idx="11"/>
          </p:nvPr>
        </p:nvSpPr>
        <p:spPr/>
        <p:txBody>
          <a:bodyPr/>
          <a:lstStyle/>
          <a:p>
            <a:r>
              <a:rPr lang="en-US" dirty="0"/>
              <a:t>Dr Giulia Grisot</a:t>
            </a:r>
          </a:p>
          <a:p>
            <a:r>
              <a:rPr lang="en-US" dirty="0"/>
              <a:t>The University of Manchester</a:t>
            </a:r>
          </a:p>
        </p:txBody>
      </p:sp>
    </p:spTree>
    <p:extLst>
      <p:ext uri="{BB962C8B-B14F-4D97-AF65-F5344CB8AC3E}">
        <p14:creationId xmlns:p14="http://schemas.microsoft.com/office/powerpoint/2010/main" val="3110020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noProof="0" dirty="0"/>
              <a:t>Why This, Why Now?</a:t>
            </a:r>
          </a:p>
        </p:txBody>
      </p:sp>
      <p:sp>
        <p:nvSpPr>
          <p:cNvPr id="3" name="Content Placeholder 2"/>
          <p:cNvSpPr>
            <a:spLocks noGrp="1"/>
          </p:cNvSpPr>
          <p:nvPr>
            <p:ph sz="half" idx="1"/>
          </p:nvPr>
        </p:nvSpPr>
        <p:spPr/>
        <p:txBody>
          <a:bodyPr/>
          <a:lstStyle/>
          <a:p>
            <a:r>
              <a:rPr lang="en-GB" noProof="0" dirty="0"/>
              <a:t>Explosion of digitised texts</a:t>
            </a:r>
          </a:p>
          <a:p>
            <a:r>
              <a:rPr lang="en-GB" noProof="0" dirty="0"/>
              <a:t>Too much to read manually</a:t>
            </a:r>
          </a:p>
          <a:p>
            <a:r>
              <a:rPr lang="en-GB" noProof="0" dirty="0"/>
              <a:t>What can we learn from </a:t>
            </a:r>
            <a:r>
              <a:rPr lang="en-GB" b="1" noProof="0" dirty="0"/>
              <a:t>patterns across texts</a:t>
            </a:r>
            <a:r>
              <a:rPr lang="en-GB" noProof="0" dirty="0"/>
              <a:t>?</a:t>
            </a:r>
          </a:p>
          <a:p>
            <a:r>
              <a:rPr lang="en-GB" noProof="0" dirty="0"/>
              <a:t>Applicable across humanities and social sciences</a:t>
            </a:r>
          </a:p>
        </p:txBody>
      </p:sp>
      <p:sp>
        <p:nvSpPr>
          <p:cNvPr id="5" name="Content Placeholder 5">
            <a:extLst>
              <a:ext uri="{FF2B5EF4-FFF2-40B4-BE49-F238E27FC236}">
                <a16:creationId xmlns:a16="http://schemas.microsoft.com/office/drawing/2014/main" id="{21BB0E3A-9C0C-5B42-F26C-CEA1BB907727}"/>
              </a:ext>
            </a:extLst>
          </p:cNvPr>
          <p:cNvSpPr>
            <a:spLocks noGrp="1"/>
          </p:cNvSpPr>
          <p:nvPr>
            <p:ph sz="half" idx="2"/>
          </p:nvPr>
        </p:nvSpPr>
        <p:spPr/>
        <p:txBody>
          <a:bodyPr>
            <a:normAutofit/>
          </a:bodyPr>
          <a:lstStyle/>
          <a:p>
            <a:r>
              <a:rPr lang="en-GB" altLang="de-DE" dirty="0"/>
              <a:t>Computational methods of discovering and extracting information from unstructured text data</a:t>
            </a:r>
          </a:p>
          <a:p>
            <a:pPr lvl="1"/>
            <a:r>
              <a:rPr lang="en-GB" altLang="de-DE" dirty="0"/>
              <a:t>Other names: distant reading, macroanalysis, algorithmic criticism</a:t>
            </a:r>
          </a:p>
          <a:p>
            <a:r>
              <a:rPr lang="en-GB" altLang="de-DE" dirty="0"/>
              <a:t>Advancement of computational text analysis depends on the </a:t>
            </a:r>
            <a:r>
              <a:rPr lang="en-GB" altLang="de-DE" b="1" dirty="0"/>
              <a:t>amount of digitised texts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610A294E-7ED4-B463-A24F-D1D31007FC57}"/>
              </a:ext>
            </a:extLst>
          </p:cNvPr>
          <p:cNvSpPr>
            <a:spLocks noGrp="1"/>
          </p:cNvSpPr>
          <p:nvPr>
            <p:ph type="title"/>
          </p:nvPr>
        </p:nvSpPr>
        <p:spPr>
          <a:xfrm>
            <a:off x="1072173" y="151524"/>
            <a:ext cx="3411503" cy="1079499"/>
          </a:xfrm>
        </p:spPr>
        <p:txBody>
          <a:bodyPr/>
          <a:lstStyle/>
          <a:p>
            <a:r>
              <a:rPr lang="en-GB" altLang="en-US" dirty="0"/>
              <a:t>What is a corpus?</a:t>
            </a:r>
            <a:endParaRPr lang="en-GB" dirty="0"/>
          </a:p>
        </p:txBody>
      </p:sp>
      <p:pic>
        <p:nvPicPr>
          <p:cNvPr id="23" name="Online Image Placeholder 22" descr="A screenshot of a computer&#10;&#10;Description automatically generated">
            <a:extLst>
              <a:ext uri="{FF2B5EF4-FFF2-40B4-BE49-F238E27FC236}">
                <a16:creationId xmlns:a16="http://schemas.microsoft.com/office/drawing/2014/main" id="{1EA32183-8252-5288-C704-5BCA8C0385B1}"/>
              </a:ext>
            </a:extLst>
          </p:cNvPr>
          <p:cNvPicPr>
            <a:picLocks noGrp="1" noChangeAspect="1"/>
          </p:cNvPicPr>
          <p:nvPr>
            <p:ph type="clipArt" sz="quarter" idx="17"/>
          </p:nvPr>
        </p:nvPicPr>
        <p:blipFill>
          <a:blip r:embed="rId3">
            <a:extLst>
              <a:ext uri="{28A0092B-C50C-407E-A947-70E740481C1C}">
                <a14:useLocalDpi xmlns:a14="http://schemas.microsoft.com/office/drawing/2010/main" val="0"/>
              </a:ext>
            </a:extLst>
          </a:blip>
          <a:stretch>
            <a:fillRect/>
          </a:stretch>
        </p:blipFill>
        <p:spPr>
          <a:xfrm>
            <a:off x="4800804" y="771525"/>
            <a:ext cx="3542892" cy="4176713"/>
          </a:xfrm>
        </p:spPr>
      </p:pic>
      <p:sp>
        <p:nvSpPr>
          <p:cNvPr id="13315" name="Rectangle 3">
            <a:extLst>
              <a:ext uri="{FF2B5EF4-FFF2-40B4-BE49-F238E27FC236}">
                <a16:creationId xmlns:a16="http://schemas.microsoft.com/office/drawing/2014/main" id="{60B0CF8F-035C-ED45-ED65-BA919C9C240E}"/>
              </a:ext>
            </a:extLst>
          </p:cNvPr>
          <p:cNvSpPr>
            <a:spLocks noGrp="1" noChangeArrowheads="1"/>
          </p:cNvSpPr>
          <p:nvPr>
            <p:ph sz="quarter" idx="18"/>
          </p:nvPr>
        </p:nvSpPr>
        <p:spPr>
          <a:xfrm>
            <a:off x="1072139" y="1370724"/>
            <a:ext cx="3411537" cy="3225800"/>
          </a:xfrm>
        </p:spPr>
        <p:txBody>
          <a:bodyPr>
            <a:normAutofit fontScale="92500" lnSpcReduction="20000"/>
          </a:bodyPr>
          <a:lstStyle/>
          <a:p>
            <a:r>
              <a:rPr lang="en-GB" altLang="en-US"/>
              <a:t>The word corpus comes from Latin (“body”) - plural is corpora</a:t>
            </a:r>
          </a:p>
          <a:p>
            <a:r>
              <a:rPr lang="en-GB" altLang="en-US"/>
              <a:t>A corpus is a body of naturally occurring language</a:t>
            </a:r>
          </a:p>
          <a:p>
            <a:pPr lvl="1"/>
            <a:r>
              <a:rPr lang="en-GB" altLang="zh-CN"/>
              <a:t>‘generally assembled with particular purposes in mind, […] and representative of some language or text type.” (Leech 1992)</a:t>
            </a:r>
          </a:p>
          <a:p>
            <a:r>
              <a:rPr lang="en-GB" altLang="zh-CN"/>
              <a:t>A corpus is a collection of </a:t>
            </a:r>
          </a:p>
          <a:p>
            <a:pPr marL="366713" lvl="1" indent="-228600">
              <a:buAutoNum type="arabicParenBoth"/>
            </a:pPr>
            <a:r>
              <a:rPr lang="en-GB" altLang="zh-CN" b="1"/>
              <a:t>machine-readable </a:t>
            </a:r>
          </a:p>
          <a:p>
            <a:pPr marL="366713" lvl="1" indent="-228600">
              <a:buAutoNum type="arabicParenBoth"/>
            </a:pPr>
            <a:r>
              <a:rPr lang="en-GB" altLang="zh-CN" b="1"/>
              <a:t>authentic</a:t>
            </a:r>
            <a:r>
              <a:rPr lang="en-GB" altLang="zh-CN"/>
              <a:t> texts (including transcripts of spoken data) which is</a:t>
            </a:r>
          </a:p>
          <a:p>
            <a:pPr marL="366713" lvl="1" indent="-228600">
              <a:buAutoNum type="arabicParenBoth"/>
            </a:pPr>
            <a:r>
              <a:rPr lang="en-GB" altLang="zh-CN" b="1"/>
              <a:t>sampled</a:t>
            </a:r>
            <a:r>
              <a:rPr lang="en-GB" altLang="zh-CN"/>
              <a:t> to be</a:t>
            </a:r>
          </a:p>
          <a:p>
            <a:pPr marL="366713" lvl="1" indent="-228600">
              <a:buAutoNum type="arabicParenBoth"/>
            </a:pPr>
            <a:r>
              <a:rPr lang="en-GB" altLang="zh-CN" b="1"/>
              <a:t>representative</a:t>
            </a:r>
            <a:r>
              <a:rPr lang="en-GB" altLang="zh-CN"/>
              <a:t> of a particular language or language variety.” (MXT 2006: 5)</a:t>
            </a:r>
            <a:endParaRPr lang="en-GB" altLang="zh-CN" dirty="0"/>
          </a:p>
        </p:txBody>
      </p:sp>
      <p:sp>
        <p:nvSpPr>
          <p:cNvPr id="6" name="Rectangle 3">
            <a:extLst>
              <a:ext uri="{FF2B5EF4-FFF2-40B4-BE49-F238E27FC236}">
                <a16:creationId xmlns:a16="http://schemas.microsoft.com/office/drawing/2014/main" id="{20B85530-7295-2268-D728-3B4B2D290943}"/>
              </a:ext>
            </a:extLst>
          </p:cNvPr>
          <p:cNvSpPr txBox="1">
            <a:spLocks noChangeArrowheads="1"/>
          </p:cNvSpPr>
          <p:nvPr/>
        </p:nvSpPr>
        <p:spPr>
          <a:xfrm>
            <a:off x="4655128" y="1709305"/>
            <a:ext cx="4021282" cy="3605645"/>
          </a:xfrm>
          <a:prstGeom prst="rect">
            <a:avLst/>
          </a:prstGeom>
        </p:spPr>
        <p:txBody>
          <a:bodyPr vert="horz" lIns="34290" tIns="34290" rIns="34290" bIns="34290" rtlCol="0">
            <a:normAutofit/>
          </a:bodyPr>
          <a:lstStyle>
            <a:lvl1pPr marL="91440" indent="-91440" algn="l" defTabSz="914400" rtl="0" eaLnBrk="1" latinLnBrk="0" hangingPunct="1">
              <a:lnSpc>
                <a:spcPct val="100000"/>
              </a:lnSpc>
              <a:spcBef>
                <a:spcPts val="1200"/>
              </a:spcBef>
              <a:spcAft>
                <a:spcPts val="200"/>
              </a:spcAft>
              <a:buClr>
                <a:schemeClr val="accent2"/>
              </a:buClr>
              <a:buSzPct val="100000"/>
              <a:buFont typeface="Tw Cen MT" panose="020B0602020104020603" pitchFamily="34" charset="0"/>
              <a:buChar char=" "/>
              <a:defRPr sz="1800" b="0" i="0" kern="1200">
                <a:solidFill>
                  <a:schemeClr val="tx1"/>
                </a:solidFill>
                <a:latin typeface="Calibri" panose="020F0502020204030204" pitchFamily="34" charset="0"/>
                <a:ea typeface="+mn-ea"/>
                <a:cs typeface="+mn-cs"/>
              </a:defRPr>
            </a:lvl1pPr>
            <a:lvl2pPr marL="265176" indent="-137160" algn="l" defTabSz="914400" rtl="0" eaLnBrk="1" latinLnBrk="0" hangingPunct="1">
              <a:lnSpc>
                <a:spcPct val="100000"/>
              </a:lnSpc>
              <a:spcBef>
                <a:spcPts val="200"/>
              </a:spcBef>
              <a:spcAft>
                <a:spcPts val="400"/>
              </a:spcAft>
              <a:buClr>
                <a:schemeClr val="accent2"/>
              </a:buClr>
              <a:buFont typeface="Wingdings 3" pitchFamily="18" charset="2"/>
              <a:buChar char=""/>
              <a:defRPr sz="1600" b="0" i="0" kern="1200">
                <a:solidFill>
                  <a:schemeClr val="tx1"/>
                </a:solidFill>
                <a:latin typeface="Calibri" panose="020F0502020204030204" pitchFamily="34" charset="0"/>
                <a:ea typeface="+mn-ea"/>
                <a:cs typeface="+mn-cs"/>
              </a:defRPr>
            </a:lvl2pPr>
            <a:lvl3pPr marL="448056" indent="-137160" algn="l" defTabSz="914400" rtl="0" eaLnBrk="1" latinLnBrk="0" hangingPunct="1">
              <a:lnSpc>
                <a:spcPct val="100000"/>
              </a:lnSpc>
              <a:spcBef>
                <a:spcPts val="200"/>
              </a:spcBef>
              <a:spcAft>
                <a:spcPts val="400"/>
              </a:spcAft>
              <a:buClr>
                <a:schemeClr val="accent2"/>
              </a:buClr>
              <a:buFont typeface="Wingdings 3" pitchFamily="18" charset="2"/>
              <a:buChar char=""/>
              <a:defRPr sz="1200" b="0" i="0" kern="1200">
                <a:solidFill>
                  <a:schemeClr val="tx1"/>
                </a:solidFill>
                <a:latin typeface="Calibri" panose="020F0502020204030204" pitchFamily="34" charset="0"/>
                <a:ea typeface="+mn-ea"/>
                <a:cs typeface="+mn-cs"/>
              </a:defRPr>
            </a:lvl3pPr>
            <a:lvl4pPr marL="594360" indent="-137160" algn="l" defTabSz="914400" rtl="0" eaLnBrk="1" latinLnBrk="0" hangingPunct="1">
              <a:lnSpc>
                <a:spcPct val="100000"/>
              </a:lnSpc>
              <a:spcBef>
                <a:spcPts val="200"/>
              </a:spcBef>
              <a:spcAft>
                <a:spcPts val="400"/>
              </a:spcAft>
              <a:buClr>
                <a:schemeClr val="accent2"/>
              </a:buClr>
              <a:buFont typeface="Wingdings 3" pitchFamily="18" charset="2"/>
              <a:buChar char=""/>
              <a:defRPr sz="1200" b="0" i="0" kern="1200">
                <a:solidFill>
                  <a:schemeClr val="tx1"/>
                </a:solidFill>
                <a:latin typeface="Calibri" panose="020F0502020204030204" pitchFamily="34" charset="0"/>
                <a:ea typeface="+mn-ea"/>
                <a:cs typeface="+mn-cs"/>
              </a:defRPr>
            </a:lvl4pPr>
            <a:lvl5pPr marL="777240" indent="-137160" algn="l" defTabSz="914400" rtl="0" eaLnBrk="1" latinLnBrk="0" hangingPunct="1">
              <a:lnSpc>
                <a:spcPct val="100000"/>
              </a:lnSpc>
              <a:spcBef>
                <a:spcPts val="200"/>
              </a:spcBef>
              <a:spcAft>
                <a:spcPts val="400"/>
              </a:spcAft>
              <a:buClr>
                <a:schemeClr val="accent2"/>
              </a:buClr>
              <a:buFont typeface="Wingdings 3" pitchFamily="18" charset="2"/>
              <a:buChar char=""/>
              <a:defRPr sz="1200" b="0" i="0" kern="1200">
                <a:solidFill>
                  <a:schemeClr val="tx1"/>
                </a:solidFill>
                <a:latin typeface="Calibri" panose="020F0502020204030204" pitchFamily="34" charset="0"/>
                <a:ea typeface="+mn-ea"/>
                <a:cs typeface="+mn-cs"/>
              </a:defRPr>
            </a:lvl5pPr>
            <a:lvl6pPr marL="91440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9pPr>
          </a:lstStyle>
          <a:p>
            <a:endParaRPr lang="en-GB" altLang="en-US" sz="750" dirty="0"/>
          </a:p>
        </p:txBody>
      </p:sp>
    </p:spTree>
    <p:extLst>
      <p:ext uri="{BB962C8B-B14F-4D97-AF65-F5344CB8AC3E}">
        <p14:creationId xmlns:p14="http://schemas.microsoft.com/office/powerpoint/2010/main" val="41713243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8FAD9AFD-DA19-E3D9-AC41-D62462CF9B15}"/>
              </a:ext>
            </a:extLst>
          </p:cNvPr>
          <p:cNvSpPr>
            <a:spLocks noGrp="1"/>
          </p:cNvSpPr>
          <p:nvPr>
            <p:ph type="title"/>
          </p:nvPr>
        </p:nvSpPr>
        <p:spPr/>
        <p:txBody>
          <a:bodyPr/>
          <a:lstStyle/>
          <a:p>
            <a:r>
              <a:rPr lang="en-GB" dirty="0"/>
              <a:t>Types of Corpora</a:t>
            </a:r>
            <a:endParaRPr lang="en-GB" b="0" dirty="0"/>
          </a:p>
        </p:txBody>
      </p:sp>
      <p:sp>
        <p:nvSpPr>
          <p:cNvPr id="10" name="Text Placeholder 9">
            <a:extLst>
              <a:ext uri="{FF2B5EF4-FFF2-40B4-BE49-F238E27FC236}">
                <a16:creationId xmlns:a16="http://schemas.microsoft.com/office/drawing/2014/main" id="{C94DA7F4-B9D2-A7D0-38E8-4E3AC2626ADD}"/>
              </a:ext>
            </a:extLst>
          </p:cNvPr>
          <p:cNvSpPr>
            <a:spLocks noGrp="1"/>
          </p:cNvSpPr>
          <p:nvPr>
            <p:ph type="body" idx="1"/>
          </p:nvPr>
        </p:nvSpPr>
        <p:spPr/>
        <p:txBody>
          <a:bodyPr/>
          <a:lstStyle/>
          <a:p>
            <a:r>
              <a:rPr lang="en-GB" dirty="0"/>
              <a:t>General Corpus</a:t>
            </a:r>
          </a:p>
        </p:txBody>
      </p:sp>
      <p:sp>
        <p:nvSpPr>
          <p:cNvPr id="9" name="Content Placeholder 8">
            <a:extLst>
              <a:ext uri="{FF2B5EF4-FFF2-40B4-BE49-F238E27FC236}">
                <a16:creationId xmlns:a16="http://schemas.microsoft.com/office/drawing/2014/main" id="{F3F56E4C-5360-61D4-BCF4-C79A85BDEF4B}"/>
              </a:ext>
            </a:extLst>
          </p:cNvPr>
          <p:cNvSpPr>
            <a:spLocks noGrp="1"/>
          </p:cNvSpPr>
          <p:nvPr>
            <p:ph sz="half" idx="2"/>
          </p:nvPr>
        </p:nvSpPr>
        <p:spPr/>
        <p:txBody>
          <a:bodyPr>
            <a:normAutofit/>
          </a:bodyPr>
          <a:lstStyle/>
          <a:p>
            <a:r>
              <a:rPr lang="en-GB" dirty="0"/>
              <a:t>A </a:t>
            </a:r>
            <a:r>
              <a:rPr lang="en-GB" b="1" dirty="0"/>
              <a:t>general corpus </a:t>
            </a:r>
            <a:r>
              <a:rPr lang="en-GB" dirty="0"/>
              <a:t>is a collection of texts from different genres (i.e. academic, business, legal, newspapers, social media posts, etc.) and registers (i.e. spoken and written).</a:t>
            </a:r>
          </a:p>
          <a:p>
            <a:pPr lvl="1"/>
            <a:r>
              <a:rPr lang="en-GB" dirty="0"/>
              <a:t>For example, if you want to know the most frequent words in American English, you would better use a general corpus of American English.</a:t>
            </a:r>
          </a:p>
          <a:p>
            <a:pPr lvl="1"/>
            <a:r>
              <a:rPr lang="en-GB" dirty="0"/>
              <a:t>One example of a general corpus is the </a:t>
            </a:r>
            <a:r>
              <a:rPr lang="en-GB" dirty="0">
                <a:hlinkClick r:id="rId3"/>
              </a:rPr>
              <a:t>Brown Corpus.</a:t>
            </a:r>
            <a:endParaRPr lang="en-GB" dirty="0"/>
          </a:p>
          <a:p>
            <a:pPr lvl="1"/>
            <a:endParaRPr lang="en-GB" dirty="0"/>
          </a:p>
        </p:txBody>
      </p:sp>
      <p:sp>
        <p:nvSpPr>
          <p:cNvPr id="12" name="Text Placeholder 11">
            <a:extLst>
              <a:ext uri="{FF2B5EF4-FFF2-40B4-BE49-F238E27FC236}">
                <a16:creationId xmlns:a16="http://schemas.microsoft.com/office/drawing/2014/main" id="{0E14D7A9-457C-C29A-3E81-8797802D726C}"/>
              </a:ext>
            </a:extLst>
          </p:cNvPr>
          <p:cNvSpPr>
            <a:spLocks noGrp="1"/>
          </p:cNvSpPr>
          <p:nvPr>
            <p:ph type="body" sz="quarter" idx="3"/>
          </p:nvPr>
        </p:nvSpPr>
        <p:spPr/>
        <p:txBody>
          <a:bodyPr/>
          <a:lstStyle/>
          <a:p>
            <a:r>
              <a:rPr lang="en-GB" dirty="0"/>
              <a:t>Specialized corpus</a:t>
            </a:r>
          </a:p>
        </p:txBody>
      </p:sp>
      <p:sp>
        <p:nvSpPr>
          <p:cNvPr id="13" name="Content Placeholder 12">
            <a:extLst>
              <a:ext uri="{FF2B5EF4-FFF2-40B4-BE49-F238E27FC236}">
                <a16:creationId xmlns:a16="http://schemas.microsoft.com/office/drawing/2014/main" id="{58645F89-ACF2-E874-3909-E951262DF721}"/>
              </a:ext>
            </a:extLst>
          </p:cNvPr>
          <p:cNvSpPr>
            <a:spLocks noGrp="1"/>
          </p:cNvSpPr>
          <p:nvPr>
            <p:ph sz="quarter" idx="4"/>
          </p:nvPr>
        </p:nvSpPr>
        <p:spPr/>
        <p:txBody>
          <a:bodyPr/>
          <a:lstStyle/>
          <a:p>
            <a:r>
              <a:rPr lang="en-GB" dirty="0"/>
              <a:t>A </a:t>
            </a:r>
            <a:r>
              <a:rPr lang="en-GB" b="1" dirty="0"/>
              <a:t>specialized corpus </a:t>
            </a:r>
            <a:r>
              <a:rPr lang="en-GB" dirty="0"/>
              <a:t>is a collection of texts from one genre and one register.</a:t>
            </a:r>
          </a:p>
          <a:p>
            <a:pPr lvl="1"/>
            <a:r>
              <a:rPr lang="en-GB" dirty="0"/>
              <a:t>If you want to know the most frequently used words in academic discourse, then you need a specialized corpus of academic discourse.</a:t>
            </a:r>
          </a:p>
          <a:p>
            <a:pPr lvl="1"/>
            <a:r>
              <a:rPr lang="en-GB" dirty="0"/>
              <a:t>One example of a specialized corpus is the </a:t>
            </a:r>
            <a:r>
              <a:rPr lang="en-GB" dirty="0">
                <a:hlinkClick r:id="rId4"/>
              </a:rPr>
              <a:t>BioScope Corpus</a:t>
            </a:r>
            <a:r>
              <a:rPr lang="en-GB" dirty="0"/>
              <a:t>.</a:t>
            </a:r>
          </a:p>
          <a:p>
            <a:pPr lvl="1"/>
            <a:endParaRPr lang="en-GB" dirty="0"/>
          </a:p>
        </p:txBody>
      </p:sp>
      <p:sp>
        <p:nvSpPr>
          <p:cNvPr id="3" name="Date Placeholder 2">
            <a:extLst>
              <a:ext uri="{FF2B5EF4-FFF2-40B4-BE49-F238E27FC236}">
                <a16:creationId xmlns:a16="http://schemas.microsoft.com/office/drawing/2014/main" id="{A19FD688-0C59-8E4C-FC8D-BC3761D97532}"/>
              </a:ext>
            </a:extLst>
          </p:cNvPr>
          <p:cNvSpPr>
            <a:spLocks noGrp="1"/>
          </p:cNvSpPr>
          <p:nvPr>
            <p:ph type="dt" sz="half" idx="10"/>
          </p:nvPr>
        </p:nvSpPr>
        <p:spPr/>
        <p:txBody>
          <a:bodyPr/>
          <a:lstStyle/>
          <a:p>
            <a:r>
              <a:rPr lang="en-GB"/>
              <a:t>Digital Methods Summer School 2026</a:t>
            </a:r>
            <a:endParaRPr lang="en-GB" dirty="0"/>
          </a:p>
        </p:txBody>
      </p:sp>
      <p:sp>
        <p:nvSpPr>
          <p:cNvPr id="4" name="Slide Number Placeholder 3">
            <a:extLst>
              <a:ext uri="{FF2B5EF4-FFF2-40B4-BE49-F238E27FC236}">
                <a16:creationId xmlns:a16="http://schemas.microsoft.com/office/drawing/2014/main" id="{7F33E676-6574-5868-12BA-1AE6EF15A885}"/>
              </a:ext>
            </a:extLst>
          </p:cNvPr>
          <p:cNvSpPr>
            <a:spLocks noGrp="1"/>
          </p:cNvSpPr>
          <p:nvPr>
            <p:ph type="sldNum" sz="quarter" idx="12"/>
          </p:nvPr>
        </p:nvSpPr>
        <p:spPr/>
        <p:txBody>
          <a:bodyPr/>
          <a:lstStyle/>
          <a:p>
            <a:fld id="{DBF5BF70-AF59-E844-AFDD-1A12549F0ECB}" type="slidenum">
              <a:rPr lang="en-GB" smtClean="0"/>
              <a:pPr/>
              <a:t>4</a:t>
            </a:fld>
            <a:endParaRPr lang="en-GB"/>
          </a:p>
        </p:txBody>
      </p:sp>
      <p:sp>
        <p:nvSpPr>
          <p:cNvPr id="5" name="Footer Placeholder 4">
            <a:extLst>
              <a:ext uri="{FF2B5EF4-FFF2-40B4-BE49-F238E27FC236}">
                <a16:creationId xmlns:a16="http://schemas.microsoft.com/office/drawing/2014/main" id="{41624478-7981-85EF-D063-A0B3AC3375EB}"/>
              </a:ext>
            </a:extLst>
          </p:cNvPr>
          <p:cNvSpPr>
            <a:spLocks noGrp="1"/>
          </p:cNvSpPr>
          <p:nvPr>
            <p:ph type="ftr" sz="quarter" idx="13"/>
          </p:nvPr>
        </p:nvSpPr>
        <p:spPr/>
        <p:txBody>
          <a:bodyPr/>
          <a:lstStyle/>
          <a:p>
            <a:r>
              <a:rPr lang="en-GB"/>
              <a:t>Text Analysis with R</a:t>
            </a:r>
            <a:endParaRPr lang="en-GB" dirty="0"/>
          </a:p>
        </p:txBody>
      </p:sp>
    </p:spTree>
    <p:extLst>
      <p:ext uri="{BB962C8B-B14F-4D97-AF65-F5344CB8AC3E}">
        <p14:creationId xmlns:p14="http://schemas.microsoft.com/office/powerpoint/2010/main" val="36328868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E40379D1-5469-5FA1-EE95-1E55076A66A9}"/>
              </a:ext>
            </a:extLst>
          </p:cNvPr>
          <p:cNvSpPr>
            <a:spLocks noGrp="1"/>
          </p:cNvSpPr>
          <p:nvPr>
            <p:ph type="title"/>
          </p:nvPr>
        </p:nvSpPr>
        <p:spPr/>
        <p:txBody>
          <a:bodyPr/>
          <a:lstStyle/>
          <a:p>
            <a:r>
              <a:rPr lang="en-GB" dirty="0"/>
              <a:t>Types of Corpora</a:t>
            </a:r>
          </a:p>
        </p:txBody>
      </p:sp>
      <p:sp>
        <p:nvSpPr>
          <p:cNvPr id="14" name="Text Placeholder 13">
            <a:extLst>
              <a:ext uri="{FF2B5EF4-FFF2-40B4-BE49-F238E27FC236}">
                <a16:creationId xmlns:a16="http://schemas.microsoft.com/office/drawing/2014/main" id="{5161B30A-B54A-37D3-882C-1051B7125EE3}"/>
              </a:ext>
            </a:extLst>
          </p:cNvPr>
          <p:cNvSpPr>
            <a:spLocks noGrp="1"/>
          </p:cNvSpPr>
          <p:nvPr>
            <p:ph type="body" idx="1"/>
          </p:nvPr>
        </p:nvSpPr>
        <p:spPr/>
        <p:txBody>
          <a:bodyPr/>
          <a:lstStyle/>
          <a:p>
            <a:r>
              <a:rPr lang="en-GB" b="1" dirty="0"/>
              <a:t>synchronic</a:t>
            </a:r>
            <a:r>
              <a:rPr lang="en-GB" dirty="0"/>
              <a:t> corpus</a:t>
            </a:r>
            <a:endParaRPr lang="en-GB" b="1" dirty="0"/>
          </a:p>
        </p:txBody>
      </p:sp>
      <p:sp>
        <p:nvSpPr>
          <p:cNvPr id="7" name="Content Placeholder 6">
            <a:extLst>
              <a:ext uri="{FF2B5EF4-FFF2-40B4-BE49-F238E27FC236}">
                <a16:creationId xmlns:a16="http://schemas.microsoft.com/office/drawing/2014/main" id="{9EC4FA1C-DD76-F342-6985-F9B31641FA45}"/>
              </a:ext>
            </a:extLst>
          </p:cNvPr>
          <p:cNvSpPr>
            <a:spLocks noGrp="1"/>
          </p:cNvSpPr>
          <p:nvPr>
            <p:ph sz="half" idx="2"/>
          </p:nvPr>
        </p:nvSpPr>
        <p:spPr/>
        <p:txBody>
          <a:bodyPr>
            <a:normAutofit/>
          </a:bodyPr>
          <a:lstStyle/>
          <a:p>
            <a:r>
              <a:rPr lang="en-GB" dirty="0"/>
              <a:t>represents language samples collected at one point (or period) in time and aim to reflect the state of language use during that one period (monitor corpora are typically synchronic).</a:t>
            </a:r>
          </a:p>
        </p:txBody>
      </p:sp>
      <p:sp>
        <p:nvSpPr>
          <p:cNvPr id="15" name="Text Placeholder 14">
            <a:extLst>
              <a:ext uri="{FF2B5EF4-FFF2-40B4-BE49-F238E27FC236}">
                <a16:creationId xmlns:a16="http://schemas.microsoft.com/office/drawing/2014/main" id="{58867C51-0DD0-29F6-472E-7D513FDAAD29}"/>
              </a:ext>
            </a:extLst>
          </p:cNvPr>
          <p:cNvSpPr>
            <a:spLocks noGrp="1"/>
          </p:cNvSpPr>
          <p:nvPr>
            <p:ph type="body" sz="quarter" idx="3"/>
          </p:nvPr>
        </p:nvSpPr>
        <p:spPr/>
        <p:txBody>
          <a:bodyPr/>
          <a:lstStyle/>
          <a:p>
            <a:r>
              <a:rPr lang="en-GB" b="1" dirty="0"/>
              <a:t>diachronic</a:t>
            </a:r>
            <a:r>
              <a:rPr lang="en-GB" dirty="0"/>
              <a:t> corpus</a:t>
            </a:r>
            <a:endParaRPr lang="en-GB" b="1" dirty="0"/>
          </a:p>
        </p:txBody>
      </p:sp>
      <p:sp>
        <p:nvSpPr>
          <p:cNvPr id="16" name="Content Placeholder 15">
            <a:extLst>
              <a:ext uri="{FF2B5EF4-FFF2-40B4-BE49-F238E27FC236}">
                <a16:creationId xmlns:a16="http://schemas.microsoft.com/office/drawing/2014/main" id="{C28F4D8B-E75A-86C0-80CA-6C1463B5CC92}"/>
              </a:ext>
            </a:extLst>
          </p:cNvPr>
          <p:cNvSpPr>
            <a:spLocks noGrp="1"/>
          </p:cNvSpPr>
          <p:nvPr>
            <p:ph sz="quarter" idx="4"/>
          </p:nvPr>
        </p:nvSpPr>
        <p:spPr/>
        <p:txBody>
          <a:bodyPr/>
          <a:lstStyle/>
          <a:p>
            <a:r>
              <a:rPr lang="en-GB" dirty="0"/>
              <a:t>contains language samples collected across different points in time so that changes in the use of language can be studied. </a:t>
            </a:r>
          </a:p>
          <a:p>
            <a:endParaRPr lang="en-GB" b="1" dirty="0"/>
          </a:p>
        </p:txBody>
      </p:sp>
      <p:sp>
        <p:nvSpPr>
          <p:cNvPr id="3" name="Date Placeholder 2">
            <a:extLst>
              <a:ext uri="{FF2B5EF4-FFF2-40B4-BE49-F238E27FC236}">
                <a16:creationId xmlns:a16="http://schemas.microsoft.com/office/drawing/2014/main" id="{C96222B7-3944-27B4-09C0-0A9FE813EFCF}"/>
              </a:ext>
            </a:extLst>
          </p:cNvPr>
          <p:cNvSpPr>
            <a:spLocks noGrp="1"/>
          </p:cNvSpPr>
          <p:nvPr>
            <p:ph type="dt" sz="half" idx="10"/>
          </p:nvPr>
        </p:nvSpPr>
        <p:spPr/>
        <p:txBody>
          <a:bodyPr/>
          <a:lstStyle/>
          <a:p>
            <a:r>
              <a:rPr lang="en-GB"/>
              <a:t>Digital Methods Summer School 2026</a:t>
            </a:r>
            <a:endParaRPr lang="en-GB" dirty="0"/>
          </a:p>
        </p:txBody>
      </p:sp>
      <p:sp>
        <p:nvSpPr>
          <p:cNvPr id="4" name="Slide Number Placeholder 3">
            <a:extLst>
              <a:ext uri="{FF2B5EF4-FFF2-40B4-BE49-F238E27FC236}">
                <a16:creationId xmlns:a16="http://schemas.microsoft.com/office/drawing/2014/main" id="{7E0B0947-DBB7-BE90-971F-D26110FDD02C}"/>
              </a:ext>
            </a:extLst>
          </p:cNvPr>
          <p:cNvSpPr>
            <a:spLocks noGrp="1"/>
          </p:cNvSpPr>
          <p:nvPr>
            <p:ph type="sldNum" sz="quarter" idx="12"/>
          </p:nvPr>
        </p:nvSpPr>
        <p:spPr/>
        <p:txBody>
          <a:bodyPr/>
          <a:lstStyle/>
          <a:p>
            <a:fld id="{DBF5BF70-AF59-E844-AFDD-1A12549F0ECB}" type="slidenum">
              <a:rPr lang="en-GB" smtClean="0"/>
              <a:pPr/>
              <a:t>5</a:t>
            </a:fld>
            <a:endParaRPr lang="en-GB"/>
          </a:p>
        </p:txBody>
      </p:sp>
      <p:sp>
        <p:nvSpPr>
          <p:cNvPr id="5" name="Footer Placeholder 4">
            <a:extLst>
              <a:ext uri="{FF2B5EF4-FFF2-40B4-BE49-F238E27FC236}">
                <a16:creationId xmlns:a16="http://schemas.microsoft.com/office/drawing/2014/main" id="{B7F65C1A-8FDE-0297-410A-04645F3F7675}"/>
              </a:ext>
            </a:extLst>
          </p:cNvPr>
          <p:cNvSpPr>
            <a:spLocks noGrp="1"/>
          </p:cNvSpPr>
          <p:nvPr>
            <p:ph type="ftr" sz="quarter" idx="13"/>
          </p:nvPr>
        </p:nvSpPr>
        <p:spPr/>
        <p:txBody>
          <a:bodyPr/>
          <a:lstStyle/>
          <a:p>
            <a:r>
              <a:rPr lang="en-GB"/>
              <a:t>Text Analysis with R</a:t>
            </a:r>
            <a:endParaRPr lang="en-GB" dirty="0"/>
          </a:p>
        </p:txBody>
      </p:sp>
    </p:spTree>
    <p:extLst>
      <p:ext uri="{BB962C8B-B14F-4D97-AF65-F5344CB8AC3E}">
        <p14:creationId xmlns:p14="http://schemas.microsoft.com/office/powerpoint/2010/main" val="17148428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22D714-CE9E-2F57-D723-81251D83DA87}"/>
              </a:ext>
            </a:extLst>
          </p:cNvPr>
          <p:cNvSpPr>
            <a:spLocks noGrp="1"/>
          </p:cNvSpPr>
          <p:nvPr>
            <p:ph type="title"/>
          </p:nvPr>
        </p:nvSpPr>
        <p:spPr>
          <a:xfrm>
            <a:off x="1072174" y="226958"/>
            <a:ext cx="3411503" cy="1079499"/>
          </a:xfrm>
        </p:spPr>
        <p:txBody>
          <a:bodyPr/>
          <a:lstStyle/>
          <a:p>
            <a:r>
              <a:rPr lang="en-GB" dirty="0"/>
              <a:t>What is Not a corpus</a:t>
            </a:r>
          </a:p>
        </p:txBody>
      </p:sp>
      <p:sp>
        <p:nvSpPr>
          <p:cNvPr id="3" name="Date Placeholder 2">
            <a:extLst>
              <a:ext uri="{FF2B5EF4-FFF2-40B4-BE49-F238E27FC236}">
                <a16:creationId xmlns:a16="http://schemas.microsoft.com/office/drawing/2014/main" id="{7D6AEBB3-F0B1-4859-4BE0-3B3FB05827B1}"/>
              </a:ext>
            </a:extLst>
          </p:cNvPr>
          <p:cNvSpPr>
            <a:spLocks noGrp="1"/>
          </p:cNvSpPr>
          <p:nvPr>
            <p:ph type="dt" sz="half" idx="14"/>
          </p:nvPr>
        </p:nvSpPr>
        <p:spPr/>
        <p:txBody>
          <a:bodyPr/>
          <a:lstStyle/>
          <a:p>
            <a:r>
              <a:rPr lang="en-GB"/>
              <a:t>Digital Methods Summer School 2026</a:t>
            </a:r>
            <a:endParaRPr lang="en-GB" dirty="0"/>
          </a:p>
        </p:txBody>
      </p:sp>
      <p:sp>
        <p:nvSpPr>
          <p:cNvPr id="4" name="Slide Number Placeholder 3">
            <a:extLst>
              <a:ext uri="{FF2B5EF4-FFF2-40B4-BE49-F238E27FC236}">
                <a16:creationId xmlns:a16="http://schemas.microsoft.com/office/drawing/2014/main" id="{EEBDCE2F-5900-3766-FDD0-8790B485965A}"/>
              </a:ext>
            </a:extLst>
          </p:cNvPr>
          <p:cNvSpPr>
            <a:spLocks noGrp="1"/>
          </p:cNvSpPr>
          <p:nvPr>
            <p:ph type="sldNum" sz="quarter" idx="16"/>
          </p:nvPr>
        </p:nvSpPr>
        <p:spPr/>
        <p:txBody>
          <a:bodyPr/>
          <a:lstStyle/>
          <a:p>
            <a:fld id="{DBF5BF70-AF59-E844-AFDD-1A12549F0ECB}" type="slidenum">
              <a:rPr lang="en-GB" smtClean="0"/>
              <a:pPr/>
              <a:t>6</a:t>
            </a:fld>
            <a:endParaRPr lang="en-GB"/>
          </a:p>
        </p:txBody>
      </p:sp>
      <p:sp>
        <p:nvSpPr>
          <p:cNvPr id="5" name="Footer Placeholder 4">
            <a:extLst>
              <a:ext uri="{FF2B5EF4-FFF2-40B4-BE49-F238E27FC236}">
                <a16:creationId xmlns:a16="http://schemas.microsoft.com/office/drawing/2014/main" id="{CD1C3B7F-738E-87FD-6B21-E3B4EAFC402D}"/>
              </a:ext>
            </a:extLst>
          </p:cNvPr>
          <p:cNvSpPr>
            <a:spLocks noGrp="1"/>
          </p:cNvSpPr>
          <p:nvPr>
            <p:ph type="ftr" sz="quarter" idx="3"/>
          </p:nvPr>
        </p:nvSpPr>
        <p:spPr/>
        <p:txBody>
          <a:bodyPr/>
          <a:lstStyle/>
          <a:p>
            <a:r>
              <a:rPr lang="en-GB"/>
              <a:t>Text Analysis with R</a:t>
            </a:r>
            <a:endParaRPr lang="en-GB" dirty="0"/>
          </a:p>
        </p:txBody>
      </p:sp>
      <p:pic>
        <p:nvPicPr>
          <p:cNvPr id="9" name="Online Image Placeholder 8" descr="A close-up of a book shelf&#10;&#10;Description automatically generated">
            <a:extLst>
              <a:ext uri="{FF2B5EF4-FFF2-40B4-BE49-F238E27FC236}">
                <a16:creationId xmlns:a16="http://schemas.microsoft.com/office/drawing/2014/main" id="{7FD6C9B5-26D5-935D-12D2-0F5119698503}"/>
              </a:ext>
            </a:extLst>
          </p:cNvPr>
          <p:cNvPicPr>
            <a:picLocks noGrp="1" noChangeAspect="1"/>
          </p:cNvPicPr>
          <p:nvPr>
            <p:ph type="clipArt" sz="quarter" idx="17"/>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5263778" y="771525"/>
            <a:ext cx="2616944" cy="4176713"/>
          </a:xfrm>
        </p:spPr>
      </p:pic>
      <p:sp>
        <p:nvSpPr>
          <p:cNvPr id="7" name="Content Placeholder 6">
            <a:extLst>
              <a:ext uri="{FF2B5EF4-FFF2-40B4-BE49-F238E27FC236}">
                <a16:creationId xmlns:a16="http://schemas.microsoft.com/office/drawing/2014/main" id="{F1BF21B8-17F8-25BF-4ED1-8595AE8E60FD}"/>
              </a:ext>
            </a:extLst>
          </p:cNvPr>
          <p:cNvSpPr>
            <a:spLocks noGrp="1"/>
          </p:cNvSpPr>
          <p:nvPr>
            <p:ph sz="quarter" idx="18"/>
          </p:nvPr>
        </p:nvSpPr>
        <p:spPr>
          <a:xfrm>
            <a:off x="1072140" y="1446157"/>
            <a:ext cx="3823275" cy="3872077"/>
          </a:xfrm>
        </p:spPr>
        <p:txBody>
          <a:bodyPr>
            <a:normAutofit lnSpcReduction="10000"/>
          </a:bodyPr>
          <a:lstStyle/>
          <a:p>
            <a:r>
              <a:rPr lang="en-GB" altLang="en-US" dirty="0"/>
              <a:t>A list of words</a:t>
            </a:r>
          </a:p>
          <a:p>
            <a:pPr lvl="1"/>
            <a:r>
              <a:rPr lang="en-GB" altLang="en-US" dirty="0"/>
              <a:t>These are building blocks of language</a:t>
            </a:r>
          </a:p>
          <a:p>
            <a:r>
              <a:rPr lang="en-GB" altLang="en-US" dirty="0"/>
              <a:t>A text archive /  A random collection of texts</a:t>
            </a:r>
          </a:p>
          <a:p>
            <a:pPr lvl="1"/>
            <a:r>
              <a:rPr lang="en-GB" altLang="en-US" dirty="0"/>
              <a:t>It is not representative</a:t>
            </a:r>
          </a:p>
          <a:p>
            <a:r>
              <a:rPr lang="en-GB" altLang="en-US" dirty="0"/>
              <a:t>A collection of citations</a:t>
            </a:r>
          </a:p>
          <a:p>
            <a:pPr lvl="1"/>
            <a:r>
              <a:rPr lang="en-GB" altLang="en-US" dirty="0"/>
              <a:t>A short quotation which contains a word or phrase that is the reason for its selection</a:t>
            </a:r>
          </a:p>
          <a:p>
            <a:r>
              <a:rPr lang="en-GB" altLang="en-US" dirty="0"/>
              <a:t>A single text is not a corpus</a:t>
            </a:r>
          </a:p>
          <a:p>
            <a:pPr lvl="1"/>
            <a:r>
              <a:rPr lang="en-GB" altLang="en-US" dirty="0"/>
              <a:t>Intending to be read in different ways</a:t>
            </a:r>
          </a:p>
          <a:p>
            <a:r>
              <a:rPr lang="en-GB" altLang="en-US" dirty="0"/>
              <a:t>The Web is not a corpus</a:t>
            </a:r>
          </a:p>
          <a:p>
            <a:pPr lvl="1"/>
            <a:r>
              <a:rPr lang="en-GB" altLang="en-US" dirty="0"/>
              <a:t>Its dimensions unknown, constantly changing, not designed from a linguistic perspective</a:t>
            </a:r>
          </a:p>
          <a:p>
            <a:pPr lvl="2"/>
            <a:r>
              <a:rPr lang="en-GB" altLang="en-US" dirty="0"/>
              <a:t>Sinclair (2005)</a:t>
            </a:r>
          </a:p>
        </p:txBody>
      </p:sp>
    </p:spTree>
    <p:extLst>
      <p:ext uri="{BB962C8B-B14F-4D97-AF65-F5344CB8AC3E}">
        <p14:creationId xmlns:p14="http://schemas.microsoft.com/office/powerpoint/2010/main" val="21534070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690262E8-3033-8006-0139-FBE50F7C59DE}"/>
              </a:ext>
            </a:extLst>
          </p:cNvPr>
          <p:cNvSpPr>
            <a:spLocks noGrp="1" noChangeArrowheads="1"/>
          </p:cNvSpPr>
          <p:nvPr>
            <p:ph type="title"/>
          </p:nvPr>
        </p:nvSpPr>
        <p:spPr>
          <a:xfrm>
            <a:off x="1072174" y="363599"/>
            <a:ext cx="6928826" cy="853200"/>
          </a:xfrm>
        </p:spPr>
        <p:txBody>
          <a:bodyPr/>
          <a:lstStyle/>
          <a:p>
            <a:r>
              <a:rPr lang="en-GB" altLang="en-US"/>
              <a:t>What is a corpus for?</a:t>
            </a:r>
          </a:p>
        </p:txBody>
      </p:sp>
      <p:sp>
        <p:nvSpPr>
          <p:cNvPr id="15363" name="Rectangle 3">
            <a:extLst>
              <a:ext uri="{FF2B5EF4-FFF2-40B4-BE49-F238E27FC236}">
                <a16:creationId xmlns:a16="http://schemas.microsoft.com/office/drawing/2014/main" id="{BC9B0BCB-76FD-FAAA-1B6C-09DA197E3F9B}"/>
              </a:ext>
            </a:extLst>
          </p:cNvPr>
          <p:cNvSpPr>
            <a:spLocks noGrp="1" noChangeArrowheads="1"/>
          </p:cNvSpPr>
          <p:nvPr>
            <p:ph idx="1"/>
          </p:nvPr>
        </p:nvSpPr>
        <p:spPr>
          <a:xfrm>
            <a:off x="1072174" y="1371600"/>
            <a:ext cx="6928826" cy="3708400"/>
          </a:xfrm>
        </p:spPr>
        <p:txBody>
          <a:bodyPr>
            <a:normAutofit/>
          </a:bodyPr>
          <a:lstStyle/>
          <a:p>
            <a:r>
              <a:rPr lang="en-GB" altLang="en-US" dirty="0"/>
              <a:t>A corpus is made for the study of language in a broad sense</a:t>
            </a:r>
          </a:p>
          <a:p>
            <a:pPr lvl="1"/>
            <a:r>
              <a:rPr lang="en-GB" altLang="en-US" dirty="0"/>
              <a:t>To </a:t>
            </a:r>
            <a:r>
              <a:rPr lang="en-GB" altLang="en-US" b="1" dirty="0"/>
              <a:t>test existing linguistic theory </a:t>
            </a:r>
            <a:r>
              <a:rPr lang="en-GB" altLang="en-US" dirty="0"/>
              <a:t>and hypotheses</a:t>
            </a:r>
          </a:p>
          <a:p>
            <a:pPr lvl="1"/>
            <a:r>
              <a:rPr lang="en-GB" altLang="en-US" dirty="0"/>
              <a:t>To </a:t>
            </a:r>
            <a:r>
              <a:rPr lang="en-GB" altLang="en-US" b="1" dirty="0"/>
              <a:t>generate and verify new linguistic hypotheses</a:t>
            </a:r>
          </a:p>
          <a:p>
            <a:pPr lvl="1"/>
            <a:r>
              <a:rPr lang="en-GB" altLang="en-US" dirty="0"/>
              <a:t>Beyond linguistics, </a:t>
            </a:r>
            <a:r>
              <a:rPr lang="en-GB" altLang="en-US" b="1" dirty="0"/>
              <a:t>to provide textual evidence </a:t>
            </a:r>
            <a:r>
              <a:rPr lang="en-GB" altLang="en-US" dirty="0"/>
              <a:t>in text-based humanities and social sciences subjects</a:t>
            </a:r>
          </a:p>
          <a:p>
            <a:pPr marL="0" indent="0">
              <a:buNone/>
            </a:pPr>
            <a:endParaRPr lang="en-GB" altLang="en-US" dirty="0"/>
          </a:p>
          <a:p>
            <a:pPr marL="0" indent="0">
              <a:buNone/>
            </a:pPr>
            <a:endParaRPr lang="en-GB" altLang="en-US" dirty="0"/>
          </a:p>
          <a:p>
            <a:pPr>
              <a:buFont typeface="Wingdings" pitchFamily="2" charset="2"/>
              <a:buChar char="à"/>
            </a:pPr>
            <a:r>
              <a:rPr lang="en-GB" altLang="en-US" dirty="0"/>
              <a:t>Research purpose is reflected in a well-designed corpus</a:t>
            </a:r>
          </a:p>
          <a:p>
            <a:pPr marL="0" indent="0">
              <a:buNone/>
            </a:pPr>
            <a:endParaRPr lang="en-GB" altLang="en-US" dirty="0"/>
          </a:p>
          <a:p>
            <a:pPr marL="0" indent="0">
              <a:buNone/>
            </a:pPr>
            <a:r>
              <a:rPr lang="en-GB" altLang="en-US" dirty="0">
                <a:hlinkClick r:id="rId3"/>
              </a:rPr>
              <a:t>https://users.ox.ac.uk/~martinw/dlc/chapter1.htm</a:t>
            </a:r>
            <a:r>
              <a:rPr lang="en-GB" altLang="en-US" dirty="0"/>
              <a:t> </a:t>
            </a:r>
          </a:p>
        </p:txBody>
      </p:sp>
    </p:spTree>
    <p:extLst>
      <p:ext uri="{BB962C8B-B14F-4D97-AF65-F5344CB8AC3E}">
        <p14:creationId xmlns:p14="http://schemas.microsoft.com/office/powerpoint/2010/main" val="17506363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D34D8D06-C381-FE6A-F04D-9B9F74E03C14}"/>
              </a:ext>
            </a:extLst>
          </p:cNvPr>
          <p:cNvSpPr>
            <a:spLocks noGrp="1" noChangeArrowheads="1"/>
          </p:cNvSpPr>
          <p:nvPr>
            <p:ph type="title"/>
          </p:nvPr>
        </p:nvSpPr>
        <p:spPr/>
        <p:txBody>
          <a:bodyPr/>
          <a:lstStyle/>
          <a:p>
            <a:r>
              <a:rPr lang="en-GB" altLang="en-US"/>
              <a:t>Ask corpora the right questions</a:t>
            </a:r>
          </a:p>
        </p:txBody>
      </p:sp>
      <p:sp>
        <p:nvSpPr>
          <p:cNvPr id="34819" name="Rectangle 3">
            <a:extLst>
              <a:ext uri="{FF2B5EF4-FFF2-40B4-BE49-F238E27FC236}">
                <a16:creationId xmlns:a16="http://schemas.microsoft.com/office/drawing/2014/main" id="{FB9FEC04-1525-3C85-731D-F8DF5E49B836}"/>
              </a:ext>
            </a:extLst>
          </p:cNvPr>
          <p:cNvSpPr>
            <a:spLocks noGrp="1" noChangeArrowheads="1"/>
          </p:cNvSpPr>
          <p:nvPr>
            <p:ph sz="quarter" idx="13"/>
          </p:nvPr>
        </p:nvSpPr>
        <p:spPr/>
        <p:txBody>
          <a:bodyPr>
            <a:normAutofit/>
          </a:bodyPr>
          <a:lstStyle/>
          <a:p>
            <a:r>
              <a:rPr lang="en-GB" altLang="en-US" dirty="0"/>
              <a:t>Corpus linguistics as a methodology is only one of the (many) ways of doing things – “doing linguistics”</a:t>
            </a:r>
          </a:p>
          <a:p>
            <a:r>
              <a:rPr lang="en-GB" altLang="zh-CN" dirty="0"/>
              <a:t>The </a:t>
            </a:r>
            <a:r>
              <a:rPr lang="en-GB" altLang="zh-CN" b="1" dirty="0"/>
              <a:t>usefulness of corpora depends upon the research question </a:t>
            </a:r>
            <a:r>
              <a:rPr lang="en-GB" altLang="zh-CN" dirty="0"/>
              <a:t>being investigated</a:t>
            </a:r>
          </a:p>
          <a:p>
            <a:pPr lvl="1"/>
            <a:r>
              <a:rPr lang="en-GB" altLang="zh-CN" dirty="0"/>
              <a:t>“They are invaluable for doing what they do, and what they do not do must be done in another way.” (Hunston 2002: 20)</a:t>
            </a:r>
            <a:endParaRPr lang="en-GB" altLang="en-US" dirty="0"/>
          </a:p>
        </p:txBody>
      </p:sp>
      <p:pic>
        <p:nvPicPr>
          <p:cNvPr id="4" name="Content Placeholder 3">
            <a:extLst>
              <a:ext uri="{FF2B5EF4-FFF2-40B4-BE49-F238E27FC236}">
                <a16:creationId xmlns:a16="http://schemas.microsoft.com/office/drawing/2014/main" id="{D4A27B1A-FDB6-561F-01BB-47F95FADAE17}"/>
              </a:ext>
            </a:extLst>
          </p:cNvPr>
          <p:cNvPicPr>
            <a:picLocks noGrp="1" noChangeAspect="1"/>
          </p:cNvPicPr>
          <p:nvPr>
            <p:ph sz="quarter" idx="14"/>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4108" r="16534"/>
          <a:stretch/>
        </p:blipFill>
        <p:spPr>
          <a:xfrm>
            <a:off x="4872040" y="1090983"/>
            <a:ext cx="3500438" cy="3279201"/>
          </a:xfrm>
        </p:spPr>
      </p:pic>
      <p:sp>
        <p:nvSpPr>
          <p:cNvPr id="5" name="TextBox 4">
            <a:extLst>
              <a:ext uri="{FF2B5EF4-FFF2-40B4-BE49-F238E27FC236}">
                <a16:creationId xmlns:a16="http://schemas.microsoft.com/office/drawing/2014/main" id="{DE973489-B5A8-B0DD-E767-A782785BC040}"/>
              </a:ext>
            </a:extLst>
          </p:cNvPr>
          <p:cNvSpPr txBox="1"/>
          <p:nvPr/>
        </p:nvSpPr>
        <p:spPr>
          <a:xfrm>
            <a:off x="4829176" y="4366063"/>
            <a:ext cx="3949700" cy="230832"/>
          </a:xfrm>
          <a:prstGeom prst="rect">
            <a:avLst/>
          </a:prstGeom>
          <a:noFill/>
        </p:spPr>
        <p:txBody>
          <a:bodyPr wrap="square" rtlCol="0">
            <a:spAutoFit/>
          </a:bodyPr>
          <a:lstStyle/>
          <a:p>
            <a:r>
              <a:rPr lang="en-GB" sz="900">
                <a:hlinkClick r:id="rId3" tooltip="https://courses.lumenlearning.com/suny-fmcc-researchsuccess/chapter/influence-of-a-research-question/"/>
              </a:rPr>
              <a:t>This Photo</a:t>
            </a:r>
            <a:r>
              <a:rPr lang="en-GB" sz="900"/>
              <a:t> by Unknown Author is licensed under </a:t>
            </a:r>
            <a:r>
              <a:rPr lang="en-GB" sz="900">
                <a:hlinkClick r:id="rId4" tooltip="https://creativecommons.org/licenses/by/3.0/"/>
              </a:rPr>
              <a:t>CC BY</a:t>
            </a:r>
            <a:endParaRPr lang="en-GB" sz="900"/>
          </a:p>
        </p:txBody>
      </p:sp>
    </p:spTree>
    <p:extLst>
      <p:ext uri="{BB962C8B-B14F-4D97-AF65-F5344CB8AC3E}">
        <p14:creationId xmlns:p14="http://schemas.microsoft.com/office/powerpoint/2010/main" val="33697675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EB2D3-F53E-5F0E-B177-1E8206261989}"/>
              </a:ext>
            </a:extLst>
          </p:cNvPr>
          <p:cNvSpPr>
            <a:spLocks noGrp="1"/>
          </p:cNvSpPr>
          <p:nvPr>
            <p:ph type="title"/>
          </p:nvPr>
        </p:nvSpPr>
        <p:spPr>
          <a:xfrm>
            <a:off x="640374" y="690933"/>
            <a:ext cx="3296626" cy="827316"/>
          </a:xfrm>
        </p:spPr>
        <p:txBody>
          <a:bodyPr anchor="b">
            <a:normAutofit fontScale="90000"/>
          </a:bodyPr>
          <a:lstStyle/>
          <a:p>
            <a:r>
              <a:rPr lang="en-GB" dirty="0"/>
              <a:t>What is Distant Reading?</a:t>
            </a:r>
          </a:p>
        </p:txBody>
      </p:sp>
      <p:sp>
        <p:nvSpPr>
          <p:cNvPr id="32" name="Footer Placeholder 2">
            <a:extLst>
              <a:ext uri="{FF2B5EF4-FFF2-40B4-BE49-F238E27FC236}">
                <a16:creationId xmlns:a16="http://schemas.microsoft.com/office/drawing/2014/main" id="{ADE50ACA-2FDF-5993-22E7-17C82C19B9B6}"/>
              </a:ext>
            </a:extLst>
          </p:cNvPr>
          <p:cNvSpPr>
            <a:spLocks noGrp="1"/>
          </p:cNvSpPr>
          <p:nvPr>
            <p:ph type="ftr" sz="quarter" idx="10"/>
          </p:nvPr>
        </p:nvSpPr>
        <p:spPr/>
        <p:txBody>
          <a:bodyPr anchor="ctr">
            <a:normAutofit/>
          </a:bodyPr>
          <a:lstStyle/>
          <a:p>
            <a:pPr>
              <a:spcAft>
                <a:spcPts val="600"/>
              </a:spcAft>
            </a:pPr>
            <a:r>
              <a:rPr lang="en-GB"/>
              <a:t>Text Analysis with R</a:t>
            </a:r>
          </a:p>
        </p:txBody>
      </p:sp>
      <p:sp>
        <p:nvSpPr>
          <p:cNvPr id="34" name="Date Placeholder 3">
            <a:extLst>
              <a:ext uri="{FF2B5EF4-FFF2-40B4-BE49-F238E27FC236}">
                <a16:creationId xmlns:a16="http://schemas.microsoft.com/office/drawing/2014/main" id="{7A757111-94E3-FEAF-6528-B372E2A3F497}"/>
              </a:ext>
            </a:extLst>
          </p:cNvPr>
          <p:cNvSpPr>
            <a:spLocks noGrp="1"/>
          </p:cNvSpPr>
          <p:nvPr>
            <p:ph type="dt" sz="half" idx="11"/>
          </p:nvPr>
        </p:nvSpPr>
        <p:spPr/>
        <p:txBody>
          <a:bodyPr anchor="ctr">
            <a:normAutofit/>
          </a:bodyPr>
          <a:lstStyle/>
          <a:p>
            <a:pPr>
              <a:spcAft>
                <a:spcPts val="600"/>
              </a:spcAft>
            </a:pPr>
            <a:r>
              <a:rPr lang="en-GB"/>
              <a:t>Digital Methods Summer School 2026</a:t>
            </a:r>
          </a:p>
        </p:txBody>
      </p:sp>
      <p:sp>
        <p:nvSpPr>
          <p:cNvPr id="4" name="Slide Number Placeholder 3">
            <a:extLst>
              <a:ext uri="{FF2B5EF4-FFF2-40B4-BE49-F238E27FC236}">
                <a16:creationId xmlns:a16="http://schemas.microsoft.com/office/drawing/2014/main" id="{90E8B1A1-91FF-BD3E-11DB-186EC3FA152E}"/>
              </a:ext>
            </a:extLst>
          </p:cNvPr>
          <p:cNvSpPr>
            <a:spLocks noGrp="1"/>
          </p:cNvSpPr>
          <p:nvPr>
            <p:ph type="sldNum" sz="quarter" idx="12"/>
          </p:nvPr>
        </p:nvSpPr>
        <p:spPr/>
        <p:txBody>
          <a:bodyPr anchor="ctr">
            <a:normAutofit/>
          </a:bodyPr>
          <a:lstStyle/>
          <a:p>
            <a:pPr>
              <a:spcAft>
                <a:spcPts val="600"/>
              </a:spcAft>
            </a:pPr>
            <a:fld id="{69E57DC2-970A-4B3E-BB1C-7A09969E49DF}" type="slidenum">
              <a:rPr lang="en-US" dirty="0"/>
              <a:pPr>
                <a:spcAft>
                  <a:spcPts val="600"/>
                </a:spcAft>
              </a:pPr>
              <a:t>9</a:t>
            </a:fld>
            <a:endParaRPr lang="en-US"/>
          </a:p>
        </p:txBody>
      </p:sp>
      <p:sp>
        <p:nvSpPr>
          <p:cNvPr id="3" name="Content Placeholder 2">
            <a:extLst>
              <a:ext uri="{FF2B5EF4-FFF2-40B4-BE49-F238E27FC236}">
                <a16:creationId xmlns:a16="http://schemas.microsoft.com/office/drawing/2014/main" id="{229FF725-2B2E-B7DF-22C5-38959E4C6E05}"/>
              </a:ext>
            </a:extLst>
          </p:cNvPr>
          <p:cNvSpPr>
            <a:spLocks noGrp="1"/>
          </p:cNvSpPr>
          <p:nvPr>
            <p:ph sz="quarter" idx="13"/>
          </p:nvPr>
        </p:nvSpPr>
        <p:spPr>
          <a:xfrm>
            <a:off x="640374" y="1656272"/>
            <a:ext cx="3296626" cy="3538028"/>
          </a:xfrm>
        </p:spPr>
        <p:txBody>
          <a:bodyPr>
            <a:normAutofit fontScale="92500"/>
          </a:bodyPr>
          <a:lstStyle/>
          <a:p>
            <a:r>
              <a:rPr lang="en-GB" dirty="0"/>
              <a:t>Coined by Franco Moretti in 2000</a:t>
            </a:r>
          </a:p>
          <a:p>
            <a:pPr lvl="1"/>
            <a:r>
              <a:rPr lang="en-GB" dirty="0"/>
              <a:t>Emphasis on the study of literary history and the relationships between texts rather than the minute examination of individual texts</a:t>
            </a:r>
          </a:p>
          <a:p>
            <a:pPr lvl="1"/>
            <a:r>
              <a:rPr lang="en-GB" dirty="0"/>
              <a:t>contrast to close reading</a:t>
            </a:r>
          </a:p>
          <a:p>
            <a:r>
              <a:rPr lang="en-GB" dirty="0"/>
              <a:t>Set of practices to study literature/literary history ‘at a larger scale’:</a:t>
            </a:r>
          </a:p>
          <a:p>
            <a:pPr lvl="1"/>
            <a:r>
              <a:rPr lang="en-GB" dirty="0"/>
              <a:t>Challenge to literary historians’ claims about synchronic coverage</a:t>
            </a:r>
          </a:p>
          <a:p>
            <a:pPr lvl="1"/>
            <a:r>
              <a:rPr lang="en-GB" dirty="0"/>
              <a:t>Rely on digital sources (archives)</a:t>
            </a:r>
          </a:p>
          <a:p>
            <a:pPr lvl="1"/>
            <a:r>
              <a:rPr lang="en-GB" dirty="0"/>
              <a:t>Build on computational tools/resources</a:t>
            </a:r>
          </a:p>
          <a:p>
            <a:r>
              <a:rPr lang="en-GB" sz="1400" b="1" dirty="0"/>
              <a:t>Complementary</a:t>
            </a:r>
            <a:r>
              <a:rPr lang="en-GB" sz="1400" dirty="0"/>
              <a:t> to close reading</a:t>
            </a:r>
          </a:p>
        </p:txBody>
      </p:sp>
      <p:sp>
        <p:nvSpPr>
          <p:cNvPr id="5" name="Content Placeholder 4">
            <a:extLst>
              <a:ext uri="{FF2B5EF4-FFF2-40B4-BE49-F238E27FC236}">
                <a16:creationId xmlns:a16="http://schemas.microsoft.com/office/drawing/2014/main" id="{93913498-46AC-1B37-67E5-A49F4AB44271}"/>
              </a:ext>
            </a:extLst>
          </p:cNvPr>
          <p:cNvSpPr>
            <a:spLocks noGrp="1"/>
          </p:cNvSpPr>
          <p:nvPr>
            <p:ph sz="quarter" idx="14"/>
          </p:nvPr>
        </p:nvSpPr>
        <p:spPr/>
        <p:txBody>
          <a:bodyPr anchor="ctr">
            <a:normAutofit/>
          </a:bodyPr>
          <a:lstStyle/>
          <a:p>
            <a:r>
              <a:rPr lang="en-GB" i="1" dirty="0">
                <a:sym typeface="Arial"/>
              </a:rPr>
              <a:t>“</a:t>
            </a:r>
            <a:r>
              <a:rPr lang="en-GB" i="1" strike="sngStrike" dirty="0">
                <a:sym typeface="Arial"/>
              </a:rPr>
              <a:t>Instead of</a:t>
            </a:r>
            <a:r>
              <a:rPr lang="en-GB" i="1" dirty="0">
                <a:sym typeface="Arial"/>
              </a:rPr>
              <a:t> reading texts in the traditional way – so-called close reading –, he [Moretti] invites to count, to graph and to map or, in other words, to visualize them” (Jänicke et al., 2015)</a:t>
            </a:r>
          </a:p>
          <a:p>
            <a:endParaRPr lang="en-GB" i="1" dirty="0"/>
          </a:p>
        </p:txBody>
      </p:sp>
      <p:pic>
        <p:nvPicPr>
          <p:cNvPr id="6" name="Google Shape;163;p28">
            <a:extLst>
              <a:ext uri="{FF2B5EF4-FFF2-40B4-BE49-F238E27FC236}">
                <a16:creationId xmlns:a16="http://schemas.microsoft.com/office/drawing/2014/main" id="{C86CC3C8-D317-D764-ADDA-AACA54C7948A}"/>
              </a:ext>
            </a:extLst>
          </p:cNvPr>
          <p:cNvPicPr preferRelativeResize="0">
            <a:picLocks noChangeAspect="1"/>
          </p:cNvPicPr>
          <p:nvPr/>
        </p:nvPicPr>
        <p:blipFill rotWithShape="1">
          <a:blip r:embed="rId3"/>
          <a:stretch/>
        </p:blipFill>
        <p:spPr>
          <a:xfrm>
            <a:off x="4749859" y="3495900"/>
            <a:ext cx="1178999" cy="1800000"/>
          </a:xfrm>
          <a:prstGeom prst="rect">
            <a:avLst/>
          </a:prstGeom>
          <a:noFill/>
        </p:spPr>
      </p:pic>
      <p:pic>
        <p:nvPicPr>
          <p:cNvPr id="7" name="Google Shape;164;p28">
            <a:extLst>
              <a:ext uri="{FF2B5EF4-FFF2-40B4-BE49-F238E27FC236}">
                <a16:creationId xmlns:a16="http://schemas.microsoft.com/office/drawing/2014/main" id="{73C67DF4-1552-194A-75CA-E083B3C2F973}"/>
              </a:ext>
            </a:extLst>
          </p:cNvPr>
          <p:cNvPicPr preferRelativeResize="0">
            <a:picLocks noChangeAspect="1"/>
          </p:cNvPicPr>
          <p:nvPr/>
        </p:nvPicPr>
        <p:blipFill rotWithShape="1">
          <a:blip r:embed="rId4"/>
          <a:stretch/>
        </p:blipFill>
        <p:spPr>
          <a:xfrm>
            <a:off x="6125406" y="3495900"/>
            <a:ext cx="1201500" cy="1800000"/>
          </a:xfrm>
          <a:prstGeom prst="rect">
            <a:avLst/>
          </a:prstGeom>
          <a:noFill/>
        </p:spPr>
      </p:pic>
      <p:pic>
        <p:nvPicPr>
          <p:cNvPr id="8" name="Google Shape;165;p28">
            <a:extLst>
              <a:ext uri="{FF2B5EF4-FFF2-40B4-BE49-F238E27FC236}">
                <a16:creationId xmlns:a16="http://schemas.microsoft.com/office/drawing/2014/main" id="{D5F37DFF-3747-3D63-4304-5ED0EB6671AE}"/>
              </a:ext>
            </a:extLst>
          </p:cNvPr>
          <p:cNvPicPr preferRelativeResize="0">
            <a:picLocks noChangeAspect="1"/>
          </p:cNvPicPr>
          <p:nvPr/>
        </p:nvPicPr>
        <p:blipFill rotWithShape="1">
          <a:blip r:embed="rId5"/>
          <a:stretch/>
        </p:blipFill>
        <p:spPr>
          <a:xfrm>
            <a:off x="7493013" y="3495900"/>
            <a:ext cx="1188000" cy="1800000"/>
          </a:xfrm>
          <a:prstGeom prst="rect">
            <a:avLst/>
          </a:prstGeom>
          <a:noFill/>
        </p:spPr>
      </p:pic>
    </p:spTree>
    <p:extLst>
      <p:ext uri="{BB962C8B-B14F-4D97-AF65-F5344CB8AC3E}">
        <p14:creationId xmlns:p14="http://schemas.microsoft.com/office/powerpoint/2010/main" val="2237205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7" descr="Abstract blurred public library with bookshelves">
            <a:extLst>
              <a:ext uri="{FF2B5EF4-FFF2-40B4-BE49-F238E27FC236}">
                <a16:creationId xmlns:a16="http://schemas.microsoft.com/office/drawing/2014/main" id="{4AD28A35-C3E4-75C1-96EA-71297D7BDBF5}"/>
              </a:ext>
            </a:extLst>
          </p:cNvPr>
          <p:cNvPicPr>
            <a:picLocks noChangeAspect="1"/>
          </p:cNvPicPr>
          <p:nvPr/>
        </p:nvPicPr>
        <p:blipFill rotWithShape="1">
          <a:blip r:embed="rId3">
            <a:duotone>
              <a:prstClr val="black"/>
              <a:schemeClr val="bg2">
                <a:tint val="45000"/>
                <a:satMod val="400000"/>
              </a:schemeClr>
            </a:duotone>
            <a:alphaModFix amt="35000"/>
          </a:blip>
          <a:srcRect t="970" b="14760"/>
          <a:stretch/>
        </p:blipFill>
        <p:spPr>
          <a:xfrm>
            <a:off x="15" y="285757"/>
            <a:ext cx="9143985" cy="5143493"/>
          </a:xfrm>
          <a:prstGeom prst="rect">
            <a:avLst/>
          </a:prstGeom>
        </p:spPr>
      </p:pic>
      <p:sp>
        <p:nvSpPr>
          <p:cNvPr id="2" name="Title 1">
            <a:extLst>
              <a:ext uri="{FF2B5EF4-FFF2-40B4-BE49-F238E27FC236}">
                <a16:creationId xmlns:a16="http://schemas.microsoft.com/office/drawing/2014/main" id="{0621D178-5E39-1289-BF1F-242B178E2F38}"/>
              </a:ext>
            </a:extLst>
          </p:cNvPr>
          <p:cNvSpPr>
            <a:spLocks noGrp="1"/>
          </p:cNvSpPr>
          <p:nvPr>
            <p:ph type="title"/>
          </p:nvPr>
        </p:nvSpPr>
        <p:spPr>
          <a:xfrm>
            <a:off x="1072174" y="363599"/>
            <a:ext cx="6928826" cy="853200"/>
          </a:xfrm>
        </p:spPr>
        <p:txBody>
          <a:bodyPr>
            <a:normAutofit/>
          </a:bodyPr>
          <a:lstStyle/>
          <a:p>
            <a:r>
              <a:rPr lang="en-GB"/>
              <a:t>F</a:t>
            </a:r>
            <a:r>
              <a:rPr lang="en-GB" noProof="0"/>
              <a:t>rom Close Reading to Distant Reading </a:t>
            </a:r>
            <a:endParaRPr lang="en-GB"/>
          </a:p>
        </p:txBody>
      </p:sp>
      <p:graphicFrame>
        <p:nvGraphicFramePr>
          <p:cNvPr id="28" name="Content Placeholder 5">
            <a:extLst>
              <a:ext uri="{FF2B5EF4-FFF2-40B4-BE49-F238E27FC236}">
                <a16:creationId xmlns:a16="http://schemas.microsoft.com/office/drawing/2014/main" id="{CD8EB2E7-F464-0E5C-A06C-1681A5481A3E}"/>
              </a:ext>
            </a:extLst>
          </p:cNvPr>
          <p:cNvGraphicFramePr>
            <a:graphicFrameLocks noGrp="1"/>
          </p:cNvGraphicFramePr>
          <p:nvPr>
            <p:ph idx="1"/>
          </p:nvPr>
        </p:nvGraphicFramePr>
        <p:xfrm>
          <a:off x="1071563" y="1371600"/>
          <a:ext cx="6929437" cy="37084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Slide Number Placeholder 3">
            <a:extLst>
              <a:ext uri="{FF2B5EF4-FFF2-40B4-BE49-F238E27FC236}">
                <a16:creationId xmlns:a16="http://schemas.microsoft.com/office/drawing/2014/main" id="{B6946016-9B14-698A-BFBF-732C90624563}"/>
              </a:ext>
            </a:extLst>
          </p:cNvPr>
          <p:cNvSpPr>
            <a:spLocks noGrp="1"/>
          </p:cNvSpPr>
          <p:nvPr>
            <p:ph type="sldNum" sz="quarter" idx="12"/>
          </p:nvPr>
        </p:nvSpPr>
        <p:spPr>
          <a:xfrm>
            <a:off x="8681013" y="2579593"/>
            <a:ext cx="361905" cy="362253"/>
          </a:xfrm>
        </p:spPr>
        <p:txBody>
          <a:bodyPr>
            <a:normAutofit/>
          </a:bodyPr>
          <a:lstStyle/>
          <a:p>
            <a:fld id="{69E57DC2-970A-4B3E-BB1C-7A09969E49DF}" type="slidenum">
              <a:rPr lang="en-US"/>
              <a:pPr/>
              <a:t>10</a:t>
            </a:fld>
            <a:endParaRPr lang="en-US"/>
          </a:p>
        </p:txBody>
      </p:sp>
    </p:spTree>
    <p:extLst>
      <p:ext uri="{BB962C8B-B14F-4D97-AF65-F5344CB8AC3E}">
        <p14:creationId xmlns:p14="http://schemas.microsoft.com/office/powerpoint/2010/main" val="3157639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Graphic spid="28" grpId="0">
        <p:bldAsOne/>
      </p:bldGraphic>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6634F-29D6-4164-7072-4491DD6A2E73}"/>
              </a:ext>
            </a:extLst>
          </p:cNvPr>
          <p:cNvSpPr>
            <a:spLocks noGrp="1"/>
          </p:cNvSpPr>
          <p:nvPr>
            <p:ph type="title"/>
          </p:nvPr>
        </p:nvSpPr>
        <p:spPr>
          <a:xfrm>
            <a:off x="1072174" y="363599"/>
            <a:ext cx="6928826" cy="853200"/>
          </a:xfrm>
        </p:spPr>
        <p:txBody>
          <a:bodyPr>
            <a:normAutofit/>
          </a:bodyPr>
          <a:lstStyle/>
          <a:p>
            <a:r>
              <a:rPr lang="en-GB"/>
              <a:t>Criticisms to distant reading</a:t>
            </a:r>
          </a:p>
        </p:txBody>
      </p:sp>
      <p:sp>
        <p:nvSpPr>
          <p:cNvPr id="17" name="Content Placeholder 16">
            <a:extLst>
              <a:ext uri="{FF2B5EF4-FFF2-40B4-BE49-F238E27FC236}">
                <a16:creationId xmlns:a16="http://schemas.microsoft.com/office/drawing/2014/main" id="{4476B35A-A916-4558-819A-B5BAC646B01C}"/>
              </a:ext>
            </a:extLst>
          </p:cNvPr>
          <p:cNvSpPr>
            <a:spLocks noGrp="1"/>
          </p:cNvSpPr>
          <p:nvPr>
            <p:ph idx="1"/>
          </p:nvPr>
        </p:nvSpPr>
        <p:spPr>
          <a:xfrm>
            <a:off x="1072174" y="1371600"/>
            <a:ext cx="6928826" cy="3708400"/>
          </a:xfrm>
        </p:spPr>
        <p:txBody>
          <a:bodyPr vert="horz" lIns="34290" tIns="34290" rIns="34290" bIns="34290" rtlCol="0" anchor="ctr">
            <a:normAutofit/>
          </a:bodyPr>
          <a:lstStyle/>
          <a:p>
            <a:r>
              <a:rPr lang="en-GB" b="1" dirty="0"/>
              <a:t>Lack of context</a:t>
            </a:r>
            <a:r>
              <a:rPr lang="en-GB" dirty="0"/>
              <a:t>:</a:t>
            </a:r>
          </a:p>
          <a:p>
            <a:pPr lvl="1"/>
            <a:r>
              <a:rPr lang="en-GB" dirty="0"/>
              <a:t>historical, cultural, and social context; miss important nuances and subtleties</a:t>
            </a:r>
            <a:endParaRPr lang="en-US" dirty="0"/>
          </a:p>
          <a:p>
            <a:r>
              <a:rPr lang="en-GB" b="1" dirty="0"/>
              <a:t>Lack of interpretation</a:t>
            </a:r>
          </a:p>
          <a:p>
            <a:pPr lvl="1"/>
            <a:r>
              <a:rPr lang="en-GB" dirty="0"/>
              <a:t>not able to provide meaningful interpretation; reductionist</a:t>
            </a:r>
          </a:p>
          <a:p>
            <a:r>
              <a:rPr lang="en-GB" b="1" dirty="0"/>
              <a:t>Bias in the data</a:t>
            </a:r>
            <a:r>
              <a:rPr lang="en-GB" dirty="0"/>
              <a:t>: </a:t>
            </a:r>
          </a:p>
          <a:p>
            <a:pPr lvl="1"/>
            <a:r>
              <a:rPr lang="en-GB" dirty="0"/>
              <a:t>corpora may not be representative; availability of digital texts is still limited to texts that are in the public domain or that have been digitized</a:t>
            </a:r>
          </a:p>
          <a:p>
            <a:r>
              <a:rPr lang="en-GB" b="1" dirty="0"/>
              <a:t>Limited scope</a:t>
            </a:r>
            <a:r>
              <a:rPr lang="en-GB" dirty="0"/>
              <a:t>:</a:t>
            </a:r>
          </a:p>
          <a:p>
            <a:pPr lvl="1"/>
            <a:r>
              <a:rPr lang="en-GB" dirty="0"/>
              <a:t>best suited for analysing patterns and trends; less effective for the close examination</a:t>
            </a:r>
          </a:p>
          <a:p>
            <a:r>
              <a:rPr lang="en-GB" b="1" dirty="0"/>
              <a:t>Lack of creativity</a:t>
            </a:r>
            <a:r>
              <a:rPr lang="en-GB" dirty="0"/>
              <a:t>:</a:t>
            </a:r>
          </a:p>
          <a:p>
            <a:pPr lvl="1"/>
            <a:r>
              <a:rPr lang="en-GB" dirty="0"/>
              <a:t>provide scholars with pre-defined patterns and trends to work with, rather than encouraging them to develop their own interpretations of the texts</a:t>
            </a:r>
          </a:p>
        </p:txBody>
      </p:sp>
      <p:sp>
        <p:nvSpPr>
          <p:cNvPr id="5" name="Slide Number Placeholder 4">
            <a:extLst>
              <a:ext uri="{FF2B5EF4-FFF2-40B4-BE49-F238E27FC236}">
                <a16:creationId xmlns:a16="http://schemas.microsoft.com/office/drawing/2014/main" id="{754719EF-396F-5E3D-FCBB-702F3BCF3CA7}"/>
              </a:ext>
            </a:extLst>
          </p:cNvPr>
          <p:cNvSpPr>
            <a:spLocks noGrp="1"/>
          </p:cNvSpPr>
          <p:nvPr>
            <p:ph type="sldNum" sz="quarter" idx="12"/>
          </p:nvPr>
        </p:nvSpPr>
        <p:spPr>
          <a:xfrm>
            <a:off x="8681013" y="2579593"/>
            <a:ext cx="361905" cy="362253"/>
          </a:xfrm>
        </p:spPr>
        <p:txBody>
          <a:bodyPr>
            <a:normAutofit/>
          </a:bodyPr>
          <a:lstStyle/>
          <a:p>
            <a:fld id="{69E57DC2-970A-4B3E-BB1C-7A09969E49DF}" type="slidenum">
              <a:rPr lang="en-US" dirty="0" smtClean="0"/>
              <a:pPr/>
              <a:t>11</a:t>
            </a:fld>
            <a:endParaRPr lang="en-US"/>
          </a:p>
        </p:txBody>
      </p:sp>
    </p:spTree>
    <p:extLst>
      <p:ext uri="{BB962C8B-B14F-4D97-AF65-F5344CB8AC3E}">
        <p14:creationId xmlns:p14="http://schemas.microsoft.com/office/powerpoint/2010/main" val="1626434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7">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xEl>
                                              <p:pRg st="6" end="6"/>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7">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7">
                                            <p:txEl>
                                              <p:pRg st="8" end="8"/>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7">
                                            <p:txEl>
                                              <p:pRg st="9" end="9"/>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7" grpId="0" build="p"/>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F185827-E341-DBAD-8596-B7BD7293E263}"/>
              </a:ext>
            </a:extLst>
          </p:cNvPr>
          <p:cNvSpPr>
            <a:spLocks noGrp="1"/>
          </p:cNvSpPr>
          <p:nvPr>
            <p:ph type="body" sz="quarter" idx="13"/>
          </p:nvPr>
        </p:nvSpPr>
        <p:spPr/>
        <p:txBody>
          <a:bodyPr/>
          <a:lstStyle/>
          <a:p>
            <a:r>
              <a:rPr lang="en-GB" dirty="0"/>
              <a:t>WHO could use it?</a:t>
            </a:r>
          </a:p>
        </p:txBody>
      </p:sp>
      <p:sp>
        <p:nvSpPr>
          <p:cNvPr id="3" name="Content Placeholder 2"/>
          <p:cNvSpPr>
            <a:spLocks noGrp="1"/>
          </p:cNvSpPr>
          <p:nvPr>
            <p:ph sz="quarter" idx="14"/>
          </p:nvPr>
        </p:nvSpPr>
        <p:spPr/>
        <p:txBody>
          <a:bodyPr>
            <a:normAutofit/>
          </a:bodyPr>
          <a:lstStyle/>
          <a:p>
            <a:r>
              <a:rPr lang="en-GB" b="1" dirty="0"/>
              <a:t>Historians</a:t>
            </a:r>
            <a:r>
              <a:rPr lang="en-GB" dirty="0"/>
              <a:t>: discourse over time</a:t>
            </a:r>
          </a:p>
          <a:p>
            <a:r>
              <a:rPr lang="en-GB" b="1" dirty="0"/>
              <a:t>Linguists</a:t>
            </a:r>
            <a:r>
              <a:rPr lang="en-GB" dirty="0"/>
              <a:t>: syntax and variation</a:t>
            </a:r>
          </a:p>
          <a:p>
            <a:r>
              <a:rPr lang="en-GB" b="1" dirty="0"/>
              <a:t>Sociologists</a:t>
            </a:r>
            <a:r>
              <a:rPr lang="en-GB" dirty="0"/>
              <a:t>: sentiment, ideology</a:t>
            </a:r>
          </a:p>
          <a:p>
            <a:r>
              <a:rPr lang="en-GB" b="1" dirty="0"/>
              <a:t>Literary scholars</a:t>
            </a:r>
            <a:r>
              <a:rPr lang="en-GB" dirty="0"/>
              <a:t>: genre, narrative</a:t>
            </a:r>
          </a:p>
        </p:txBody>
      </p:sp>
      <p:sp>
        <p:nvSpPr>
          <p:cNvPr id="8" name="Text Placeholder 7">
            <a:extLst>
              <a:ext uri="{FF2B5EF4-FFF2-40B4-BE49-F238E27FC236}">
                <a16:creationId xmlns:a16="http://schemas.microsoft.com/office/drawing/2014/main" id="{AFF60CC3-9826-DED4-80C1-42B4F6F9BDA9}"/>
              </a:ext>
            </a:extLst>
          </p:cNvPr>
          <p:cNvSpPr>
            <a:spLocks noGrp="1"/>
          </p:cNvSpPr>
          <p:nvPr>
            <p:ph type="body" sz="quarter" idx="15"/>
          </p:nvPr>
        </p:nvSpPr>
        <p:spPr/>
        <p:txBody>
          <a:bodyPr/>
          <a:lstStyle/>
          <a:p>
            <a:r>
              <a:rPr lang="en-GB" dirty="0"/>
              <a:t>What Can We Ask?</a:t>
            </a:r>
            <a:endParaRPr lang="en-GB" b="1" dirty="0"/>
          </a:p>
        </p:txBody>
      </p:sp>
      <p:sp>
        <p:nvSpPr>
          <p:cNvPr id="6" name="Content Placeholder 5">
            <a:extLst>
              <a:ext uri="{FF2B5EF4-FFF2-40B4-BE49-F238E27FC236}">
                <a16:creationId xmlns:a16="http://schemas.microsoft.com/office/drawing/2014/main" id="{0F745FB7-1A7C-ED2A-B96A-E1DB03970360}"/>
              </a:ext>
            </a:extLst>
          </p:cNvPr>
          <p:cNvSpPr>
            <a:spLocks noGrp="1"/>
          </p:cNvSpPr>
          <p:nvPr>
            <p:ph sz="quarter" idx="16"/>
          </p:nvPr>
        </p:nvSpPr>
        <p:spPr/>
        <p:txBody>
          <a:bodyPr/>
          <a:lstStyle/>
          <a:p>
            <a:r>
              <a:rPr lang="en-GB" dirty="0"/>
              <a:t>How ideas/</a:t>
            </a:r>
            <a:r>
              <a:rPr lang="en-GB" b="1" dirty="0"/>
              <a:t>concepts evolve </a:t>
            </a:r>
            <a:r>
              <a:rPr lang="en-GB" dirty="0"/>
              <a:t>(e.g. 'freedom’, ‘crisis’)</a:t>
            </a:r>
          </a:p>
          <a:p>
            <a:r>
              <a:rPr lang="en-GB" b="1" dirty="0"/>
              <a:t>What's typical </a:t>
            </a:r>
            <a:r>
              <a:rPr lang="en-GB" dirty="0"/>
              <a:t>for a genre or author?</a:t>
            </a:r>
          </a:p>
          <a:p>
            <a:r>
              <a:rPr lang="en-GB" dirty="0"/>
              <a:t>Sentence structure </a:t>
            </a:r>
            <a:r>
              <a:rPr lang="en-GB" b="1" dirty="0"/>
              <a:t>changes</a:t>
            </a:r>
            <a:r>
              <a:rPr lang="en-GB" dirty="0"/>
              <a:t>?</a:t>
            </a:r>
          </a:p>
          <a:p>
            <a:r>
              <a:rPr lang="en-GB" dirty="0"/>
              <a:t>Similarity across </a:t>
            </a:r>
            <a:r>
              <a:rPr lang="en-GB" b="1" dirty="0"/>
              <a:t>periods</a:t>
            </a:r>
            <a:r>
              <a:rPr lang="en-GB" dirty="0"/>
              <a:t>?</a:t>
            </a:r>
          </a:p>
          <a:p>
            <a:r>
              <a:rPr lang="en-GB" dirty="0"/>
              <a:t>Emotional value of certain </a:t>
            </a:r>
            <a:r>
              <a:rPr lang="en-GB" b="1" dirty="0"/>
              <a:t>features</a:t>
            </a:r>
            <a:r>
              <a:rPr lang="en-GB" dirty="0"/>
              <a:t> of the text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9A3E0C4-D67E-BC1A-EA2D-C352CC934682}"/>
              </a:ext>
            </a:extLst>
          </p:cNvPr>
          <p:cNvPicPr>
            <a:picLocks noChangeAspect="1"/>
          </p:cNvPicPr>
          <p:nvPr/>
        </p:nvPicPr>
        <p:blipFill rotWithShape="1">
          <a:blip r:embed="rId3">
            <a:duotone>
              <a:prstClr val="black"/>
              <a:schemeClr val="bg2">
                <a:tint val="45000"/>
                <a:satMod val="400000"/>
              </a:schemeClr>
            </a:duotone>
            <a:alphaModFix amt="50000"/>
          </a:blip>
          <a:srcRect l="290" t="-221" r="1" b="20097"/>
          <a:stretch/>
        </p:blipFill>
        <p:spPr>
          <a:xfrm>
            <a:off x="-1" y="0"/>
            <a:ext cx="9144001" cy="5727908"/>
          </a:xfrm>
          <a:prstGeom prst="rect">
            <a:avLst/>
          </a:prstGeom>
        </p:spPr>
      </p:pic>
      <p:sp>
        <p:nvSpPr>
          <p:cNvPr id="5" name="Title 4">
            <a:extLst>
              <a:ext uri="{FF2B5EF4-FFF2-40B4-BE49-F238E27FC236}">
                <a16:creationId xmlns:a16="http://schemas.microsoft.com/office/drawing/2014/main" id="{D50D6BCC-9569-E9C4-A66A-1037A07725CA}"/>
              </a:ext>
            </a:extLst>
          </p:cNvPr>
          <p:cNvSpPr>
            <a:spLocks noGrp="1"/>
          </p:cNvSpPr>
          <p:nvPr>
            <p:ph type="title"/>
          </p:nvPr>
        </p:nvSpPr>
        <p:spPr>
          <a:xfrm>
            <a:off x="762000" y="3216649"/>
            <a:ext cx="6740235" cy="1643895"/>
          </a:xfrm>
        </p:spPr>
        <p:txBody>
          <a:bodyPr vert="horz" lIns="68580" tIns="34290" rIns="68580" bIns="34290" rtlCol="0" anchor="ctr">
            <a:normAutofit/>
          </a:bodyPr>
          <a:lstStyle/>
          <a:p>
            <a:r>
              <a:rPr lang="en-US" dirty="0"/>
              <a:t>Distant reading approaches</a:t>
            </a:r>
          </a:p>
        </p:txBody>
      </p:sp>
      <p:sp>
        <p:nvSpPr>
          <p:cNvPr id="4" name="Slide Number Placeholder 3">
            <a:extLst>
              <a:ext uri="{FF2B5EF4-FFF2-40B4-BE49-F238E27FC236}">
                <a16:creationId xmlns:a16="http://schemas.microsoft.com/office/drawing/2014/main" id="{2E90535A-8B31-30EE-7C58-D92C4B4D867D}"/>
              </a:ext>
            </a:extLst>
          </p:cNvPr>
          <p:cNvSpPr>
            <a:spLocks noGrp="1"/>
          </p:cNvSpPr>
          <p:nvPr>
            <p:ph type="sldNum" sz="quarter" idx="12"/>
          </p:nvPr>
        </p:nvSpPr>
        <p:spPr/>
        <p:txBody>
          <a:bodyPr vert="horz" lIns="68580" tIns="34290" rIns="68580" bIns="34290" rtlCol="0" anchor="ctr">
            <a:normAutofit/>
          </a:bodyPr>
          <a:lstStyle/>
          <a:p>
            <a:fld id="{69E57DC2-970A-4B3E-BB1C-7A09969E49DF}" type="slidenum">
              <a:rPr lang="en-US"/>
              <a:pPr/>
              <a:t>13</a:t>
            </a:fld>
            <a:endParaRPr lang="en-US"/>
          </a:p>
        </p:txBody>
      </p:sp>
      <p:sp>
        <p:nvSpPr>
          <p:cNvPr id="6" name="Text Placeholder 5">
            <a:extLst>
              <a:ext uri="{FF2B5EF4-FFF2-40B4-BE49-F238E27FC236}">
                <a16:creationId xmlns:a16="http://schemas.microsoft.com/office/drawing/2014/main" id="{385407F9-2D81-EA74-0094-18A28BD71D13}"/>
              </a:ext>
            </a:extLst>
          </p:cNvPr>
          <p:cNvSpPr>
            <a:spLocks noGrp="1"/>
          </p:cNvSpPr>
          <p:nvPr>
            <p:ph type="body" idx="4294967295"/>
          </p:nvPr>
        </p:nvSpPr>
        <p:spPr>
          <a:xfrm>
            <a:off x="762000" y="4245388"/>
            <a:ext cx="7241628" cy="1230312"/>
          </a:xfrm>
        </p:spPr>
        <p:txBody>
          <a:bodyPr vert="horz" lIns="68580" tIns="34290" rIns="68580" bIns="34290" rtlCol="0" anchor="ctr">
            <a:normAutofit/>
          </a:bodyPr>
          <a:lstStyle/>
          <a:p>
            <a:pPr marL="0" indent="0">
              <a:buNone/>
            </a:pPr>
            <a:r>
              <a:rPr lang="en-US" sz="1600" dirty="0">
                <a:solidFill>
                  <a:schemeClr val="bg1"/>
                </a:solidFill>
              </a:rPr>
              <a:t>NLP / Text Analysis / Corpus Analysis / Computational Literary Studies</a:t>
            </a:r>
          </a:p>
        </p:txBody>
      </p:sp>
    </p:spTree>
    <p:extLst>
      <p:ext uri="{BB962C8B-B14F-4D97-AF65-F5344CB8AC3E}">
        <p14:creationId xmlns:p14="http://schemas.microsoft.com/office/powerpoint/2010/main" val="42342347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30"/>
          <p:cNvSpPr/>
          <p:nvPr/>
        </p:nvSpPr>
        <p:spPr>
          <a:xfrm rot="-5400000">
            <a:off x="3082936" y="2943407"/>
            <a:ext cx="2751667" cy="585953"/>
          </a:xfrm>
          <a:prstGeom prst="lef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1800"/>
          </a:p>
        </p:txBody>
      </p:sp>
      <p:sp>
        <p:nvSpPr>
          <p:cNvPr id="183" name="Google Shape;183;p30"/>
          <p:cNvSpPr/>
          <p:nvPr/>
        </p:nvSpPr>
        <p:spPr>
          <a:xfrm>
            <a:off x="2411649" y="2810670"/>
            <a:ext cx="4094239" cy="512297"/>
          </a:xfrm>
          <a:prstGeom prst="lef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1800"/>
          </a:p>
        </p:txBody>
      </p:sp>
      <p:sp>
        <p:nvSpPr>
          <p:cNvPr id="188" name="Google Shape;188;p30"/>
          <p:cNvSpPr txBox="1">
            <a:spLocks noGrp="1"/>
          </p:cNvSpPr>
          <p:nvPr>
            <p:ph type="title"/>
          </p:nvPr>
        </p:nvSpPr>
        <p:spPr>
          <a:xfrm>
            <a:off x="1072174" y="363599"/>
            <a:ext cx="6928826" cy="853200"/>
          </a:xfrm>
          <a:noFill/>
          <a:ln>
            <a:noFill/>
          </a:ln>
        </p:spPr>
        <p:txBody>
          <a:bodyPr spcFirstLastPara="1" vert="horz" wrap="square" lIns="68575" tIns="34275" rIns="68575" bIns="34275" rtlCol="0" anchor="ctr" anchorCtr="0">
            <a:normAutofit/>
          </a:bodyPr>
          <a:lstStyle/>
          <a:p>
            <a:r>
              <a:rPr lang="en-GB" dirty="0"/>
              <a:t>NATURAL LANGUAGE PROCESSING (NLP)</a:t>
            </a:r>
            <a:endParaRPr lang="en-GB" dirty="0">
              <a:sym typeface="Arial"/>
            </a:endParaRPr>
          </a:p>
        </p:txBody>
      </p:sp>
      <p:sp>
        <p:nvSpPr>
          <p:cNvPr id="190" name="Google Shape;190;p30"/>
          <p:cNvSpPr txBox="1"/>
          <p:nvPr/>
        </p:nvSpPr>
        <p:spPr>
          <a:xfrm>
            <a:off x="519769" y="2697502"/>
            <a:ext cx="1620359" cy="738633"/>
          </a:xfrm>
          <a:prstGeom prst="rect">
            <a:avLst/>
          </a:prstGeom>
          <a:noFill/>
          <a:ln>
            <a:noFill/>
          </a:ln>
        </p:spPr>
        <p:txBody>
          <a:bodyPr spcFirstLastPara="1" wrap="square" lIns="91425" tIns="91425" rIns="91425" bIns="91425" anchor="t" anchorCtr="0">
            <a:spAutoFit/>
          </a:bodyPr>
          <a:lstStyle/>
          <a:p>
            <a:pPr algn="r"/>
            <a:r>
              <a:rPr lang="it" sz="1800" b="1" dirty="0">
                <a:solidFill>
                  <a:schemeClr val="dk1"/>
                </a:solidFill>
              </a:rPr>
              <a:t>Sentiment Analysis</a:t>
            </a:r>
            <a:endParaRPr sz="1800" b="1" dirty="0">
              <a:solidFill>
                <a:schemeClr val="dk1"/>
              </a:solidFill>
            </a:endParaRPr>
          </a:p>
        </p:txBody>
      </p:sp>
      <p:sp>
        <p:nvSpPr>
          <p:cNvPr id="191" name="Google Shape;191;p30"/>
          <p:cNvSpPr txBox="1"/>
          <p:nvPr/>
        </p:nvSpPr>
        <p:spPr>
          <a:xfrm>
            <a:off x="3897834" y="4644745"/>
            <a:ext cx="1348332" cy="461635"/>
          </a:xfrm>
          <a:prstGeom prst="rect">
            <a:avLst/>
          </a:prstGeom>
          <a:noFill/>
          <a:ln>
            <a:noFill/>
          </a:ln>
        </p:spPr>
        <p:txBody>
          <a:bodyPr spcFirstLastPara="1" wrap="square" lIns="91425" tIns="91425" rIns="91425" bIns="91425" anchor="t" anchorCtr="0">
            <a:spAutoFit/>
          </a:bodyPr>
          <a:lstStyle/>
          <a:p>
            <a:r>
              <a:rPr lang="it" sz="1800" b="1" dirty="0">
                <a:solidFill>
                  <a:schemeClr val="dk1"/>
                </a:solidFill>
              </a:rPr>
              <a:t>Word Vectors</a:t>
            </a:r>
            <a:endParaRPr sz="1800" b="1" dirty="0">
              <a:solidFill>
                <a:schemeClr val="dk1"/>
              </a:solidFill>
            </a:endParaRPr>
          </a:p>
        </p:txBody>
      </p:sp>
      <p:sp>
        <p:nvSpPr>
          <p:cNvPr id="192" name="Google Shape;192;p30"/>
          <p:cNvSpPr txBox="1"/>
          <p:nvPr/>
        </p:nvSpPr>
        <p:spPr>
          <a:xfrm>
            <a:off x="6786418" y="2697500"/>
            <a:ext cx="1620359" cy="738633"/>
          </a:xfrm>
          <a:prstGeom prst="rect">
            <a:avLst/>
          </a:prstGeom>
          <a:noFill/>
          <a:ln>
            <a:noFill/>
          </a:ln>
        </p:spPr>
        <p:txBody>
          <a:bodyPr spcFirstLastPara="1" wrap="square" lIns="91425" tIns="91425" rIns="91425" bIns="91425" anchor="t" anchorCtr="0">
            <a:spAutoFit/>
          </a:bodyPr>
          <a:lstStyle/>
          <a:p>
            <a:r>
              <a:rPr lang="it" sz="1800" b="1" dirty="0">
                <a:solidFill>
                  <a:schemeClr val="dk1"/>
                </a:solidFill>
              </a:rPr>
              <a:t>Topic Modeling</a:t>
            </a:r>
            <a:endParaRPr sz="1800" b="1" dirty="0">
              <a:solidFill>
                <a:schemeClr val="dk1"/>
              </a:solidFill>
            </a:endParaRPr>
          </a:p>
        </p:txBody>
      </p:sp>
      <p:pic>
        <p:nvPicPr>
          <p:cNvPr id="3" name="Picture 2">
            <a:extLst>
              <a:ext uri="{FF2B5EF4-FFF2-40B4-BE49-F238E27FC236}">
                <a16:creationId xmlns:a16="http://schemas.microsoft.com/office/drawing/2014/main" id="{9998038B-E47F-37A0-5FAE-1EAF88F48EB6}"/>
              </a:ext>
            </a:extLst>
          </p:cNvPr>
          <p:cNvPicPr>
            <a:picLocks noChangeAspect="1"/>
          </p:cNvPicPr>
          <p:nvPr/>
        </p:nvPicPr>
        <p:blipFill rotWithShape="1">
          <a:blip r:embed="rId3">
            <a:extLst>
              <a:ext uri="{837473B0-CC2E-450A-ABE3-18F120FF3D39}">
                <a1611:picAttrSrcUrl xmlns:a1611="http://schemas.microsoft.com/office/drawing/2016/11/main" r:id="rId4"/>
              </a:ext>
            </a:extLst>
          </a:blip>
          <a:srcRect l="18424" t="10193" r="16029" b="309"/>
          <a:stretch/>
        </p:blipFill>
        <p:spPr>
          <a:xfrm>
            <a:off x="3746436" y="2602400"/>
            <a:ext cx="1424666" cy="1311864"/>
          </a:xfrm>
          <a:prstGeom prst="rect">
            <a:avLst/>
          </a:prstGeom>
        </p:spPr>
      </p:pic>
      <p:sp>
        <p:nvSpPr>
          <p:cNvPr id="4" name="Google Shape;191;p30">
            <a:extLst>
              <a:ext uri="{FF2B5EF4-FFF2-40B4-BE49-F238E27FC236}">
                <a16:creationId xmlns:a16="http://schemas.microsoft.com/office/drawing/2014/main" id="{A62CD169-55FF-B480-0020-4D162D2A7DAC}"/>
              </a:ext>
            </a:extLst>
          </p:cNvPr>
          <p:cNvSpPr txBox="1"/>
          <p:nvPr/>
        </p:nvSpPr>
        <p:spPr>
          <a:xfrm>
            <a:off x="3559125" y="1334084"/>
            <a:ext cx="1802410" cy="461635"/>
          </a:xfrm>
          <a:prstGeom prst="rect">
            <a:avLst/>
          </a:prstGeom>
          <a:noFill/>
          <a:ln>
            <a:noFill/>
          </a:ln>
        </p:spPr>
        <p:txBody>
          <a:bodyPr spcFirstLastPara="1" wrap="square" lIns="91425" tIns="91425" rIns="91425" bIns="91425" anchor="t" anchorCtr="0">
            <a:spAutoFit/>
          </a:bodyPr>
          <a:lstStyle/>
          <a:p>
            <a:r>
              <a:rPr lang="it" sz="1800" b="1" dirty="0">
                <a:solidFill>
                  <a:schemeClr val="dk1"/>
                </a:solidFill>
              </a:rPr>
              <a:t>Corpus analysis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49D3F-5FAB-4A4E-C162-AF24865BCB1E}"/>
              </a:ext>
            </a:extLst>
          </p:cNvPr>
          <p:cNvSpPr>
            <a:spLocks noGrp="1"/>
          </p:cNvSpPr>
          <p:nvPr>
            <p:ph type="title"/>
          </p:nvPr>
        </p:nvSpPr>
        <p:spPr/>
        <p:txBody>
          <a:bodyPr/>
          <a:lstStyle/>
          <a:p>
            <a:r>
              <a:rPr lang="en-GB" dirty="0"/>
              <a:t>Corpus Analysis</a:t>
            </a:r>
          </a:p>
        </p:txBody>
      </p:sp>
      <p:sp>
        <p:nvSpPr>
          <p:cNvPr id="4" name="Slide Number Placeholder 3">
            <a:extLst>
              <a:ext uri="{FF2B5EF4-FFF2-40B4-BE49-F238E27FC236}">
                <a16:creationId xmlns:a16="http://schemas.microsoft.com/office/drawing/2014/main" id="{368454D3-88F4-BC55-4438-BBE017DE5993}"/>
              </a:ext>
            </a:extLst>
          </p:cNvPr>
          <p:cNvSpPr>
            <a:spLocks noGrp="1"/>
          </p:cNvSpPr>
          <p:nvPr>
            <p:ph type="sldNum" sz="quarter" idx="16"/>
          </p:nvPr>
        </p:nvSpPr>
        <p:spPr/>
        <p:txBody>
          <a:bodyPr/>
          <a:lstStyle/>
          <a:p>
            <a:fld id="{69E57DC2-970A-4B3E-BB1C-7A09969E49DF}" type="slidenum">
              <a:rPr lang="en-US" smtClean="0"/>
              <a:pPr/>
              <a:t>15</a:t>
            </a:fld>
            <a:endParaRPr lang="en-US" dirty="0"/>
          </a:p>
        </p:txBody>
      </p:sp>
      <p:sp>
        <p:nvSpPr>
          <p:cNvPr id="8" name="Text Placeholder 7">
            <a:extLst>
              <a:ext uri="{FF2B5EF4-FFF2-40B4-BE49-F238E27FC236}">
                <a16:creationId xmlns:a16="http://schemas.microsoft.com/office/drawing/2014/main" id="{3A695DCC-030B-53FC-E68D-06E2CD631340}"/>
              </a:ext>
            </a:extLst>
          </p:cNvPr>
          <p:cNvSpPr>
            <a:spLocks noGrp="1"/>
          </p:cNvSpPr>
          <p:nvPr>
            <p:ph type="body" sz="quarter" idx="15"/>
          </p:nvPr>
        </p:nvSpPr>
        <p:spPr/>
        <p:txBody>
          <a:bodyPr/>
          <a:lstStyle/>
          <a:p>
            <a:r>
              <a:rPr lang="en-GB" dirty="0"/>
              <a:t>How does it work?</a:t>
            </a:r>
          </a:p>
        </p:txBody>
      </p:sp>
      <p:sp>
        <p:nvSpPr>
          <p:cNvPr id="10" name="Content Placeholder 9">
            <a:extLst>
              <a:ext uri="{FF2B5EF4-FFF2-40B4-BE49-F238E27FC236}">
                <a16:creationId xmlns:a16="http://schemas.microsoft.com/office/drawing/2014/main" id="{868D0FC4-BE92-F551-CDF0-AF0DEC638D06}"/>
              </a:ext>
            </a:extLst>
          </p:cNvPr>
          <p:cNvSpPr>
            <a:spLocks noGrp="1"/>
          </p:cNvSpPr>
          <p:nvPr>
            <p:ph sz="quarter" idx="18"/>
          </p:nvPr>
        </p:nvSpPr>
        <p:spPr/>
        <p:txBody>
          <a:bodyPr>
            <a:normAutofit lnSpcReduction="10000"/>
          </a:bodyPr>
          <a:lstStyle/>
          <a:p>
            <a:r>
              <a:rPr lang="en-GB" b="1" dirty="0"/>
              <a:t>Frequency counts </a:t>
            </a:r>
            <a:r>
              <a:rPr lang="en-GB" dirty="0"/>
              <a:t>= count occurrence of words/tokens/lemmas - search for and spot key words and phrases</a:t>
            </a:r>
          </a:p>
          <a:p>
            <a:r>
              <a:rPr lang="en-GB" b="1" dirty="0"/>
              <a:t>RStudio / Posit Cloudances</a:t>
            </a:r>
            <a:r>
              <a:rPr lang="en-GB" dirty="0"/>
              <a:t> = words that occur around specific terms</a:t>
            </a:r>
          </a:p>
          <a:p>
            <a:r>
              <a:rPr lang="en-GB" b="1" dirty="0"/>
              <a:t>Collocation</a:t>
            </a:r>
            <a:r>
              <a:rPr lang="en-GB" dirty="0"/>
              <a:t> analysis = identify and extract terms within a corpus that are associated (or, in other words, that collocate) with any other particular word. This allows one to examine how words are used in context.</a:t>
            </a:r>
          </a:p>
        </p:txBody>
      </p:sp>
      <p:pic>
        <p:nvPicPr>
          <p:cNvPr id="6" name="Content Placeholder 11" descr="A diagram of a process&#10;&#10;Description automatically generated">
            <a:extLst>
              <a:ext uri="{FF2B5EF4-FFF2-40B4-BE49-F238E27FC236}">
                <a16:creationId xmlns:a16="http://schemas.microsoft.com/office/drawing/2014/main" id="{5CB37F08-B621-13C0-0FEC-46E73E3D37A6}"/>
              </a:ext>
            </a:extLst>
          </p:cNvPr>
          <p:cNvPicPr>
            <a:picLocks noChangeAspect="1"/>
          </p:cNvPicPr>
          <p:nvPr/>
        </p:nvPicPr>
        <p:blipFill>
          <a:blip r:embed="rId2"/>
          <a:stretch>
            <a:fillRect/>
          </a:stretch>
        </p:blipFill>
        <p:spPr>
          <a:xfrm>
            <a:off x="5086913" y="3183192"/>
            <a:ext cx="3594100" cy="2324100"/>
          </a:xfrm>
          <a:prstGeom prst="rect">
            <a:avLst/>
          </a:prstGeom>
        </p:spPr>
      </p:pic>
      <p:pic>
        <p:nvPicPr>
          <p:cNvPr id="7" name="Picture 6" descr="A screenshot of a graph&#10;&#10;Description automatically generated">
            <a:extLst>
              <a:ext uri="{FF2B5EF4-FFF2-40B4-BE49-F238E27FC236}">
                <a16:creationId xmlns:a16="http://schemas.microsoft.com/office/drawing/2014/main" id="{985F4AE2-D2E0-09BA-ECB2-5D10758BD7E6}"/>
              </a:ext>
            </a:extLst>
          </p:cNvPr>
          <p:cNvPicPr>
            <a:picLocks noChangeAspect="1"/>
          </p:cNvPicPr>
          <p:nvPr/>
        </p:nvPicPr>
        <p:blipFill rotWithShape="1">
          <a:blip r:embed="rId3"/>
          <a:srcRect l="10124" r="9917" b="-400"/>
          <a:stretch/>
        </p:blipFill>
        <p:spPr>
          <a:xfrm>
            <a:off x="4688930" y="318699"/>
            <a:ext cx="4173035" cy="2707485"/>
          </a:xfrm>
          <a:prstGeom prst="rect">
            <a:avLst/>
          </a:prstGeom>
        </p:spPr>
      </p:pic>
    </p:spTree>
    <p:extLst>
      <p:ext uri="{BB962C8B-B14F-4D97-AF65-F5344CB8AC3E}">
        <p14:creationId xmlns:p14="http://schemas.microsoft.com/office/powerpoint/2010/main" val="29054848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D3A1C9-F5B0-B2AF-7063-E39AAFB1A2A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3FAD074-2CB5-A889-65EC-E1E33F7AD1B6}"/>
              </a:ext>
            </a:extLst>
          </p:cNvPr>
          <p:cNvSpPr>
            <a:spLocks noGrp="1"/>
          </p:cNvSpPr>
          <p:nvPr>
            <p:ph type="title"/>
          </p:nvPr>
        </p:nvSpPr>
        <p:spPr/>
        <p:txBody>
          <a:bodyPr>
            <a:normAutofit/>
          </a:bodyPr>
          <a:lstStyle/>
          <a:p>
            <a:r>
              <a:rPr lang="en-US" dirty="0"/>
              <a:t>Word Frequencies: Caveats</a:t>
            </a:r>
          </a:p>
        </p:txBody>
      </p:sp>
      <p:sp>
        <p:nvSpPr>
          <p:cNvPr id="6" name="Content Placeholder 5">
            <a:extLst>
              <a:ext uri="{FF2B5EF4-FFF2-40B4-BE49-F238E27FC236}">
                <a16:creationId xmlns:a16="http://schemas.microsoft.com/office/drawing/2014/main" id="{7AFEEB71-D9B2-8E7E-7D72-45EDCA621C5A}"/>
              </a:ext>
            </a:extLst>
          </p:cNvPr>
          <p:cNvSpPr>
            <a:spLocks noGrp="1"/>
          </p:cNvSpPr>
          <p:nvPr>
            <p:ph idx="1"/>
          </p:nvPr>
        </p:nvSpPr>
        <p:spPr/>
        <p:txBody>
          <a:bodyPr>
            <a:normAutofit/>
          </a:bodyPr>
          <a:lstStyle/>
          <a:p>
            <a:r>
              <a:rPr lang="en-GB" altLang="de-DE" dirty="0"/>
              <a:t>Frequency of words does not equal significance</a:t>
            </a:r>
          </a:p>
          <a:p>
            <a:pPr lvl="1"/>
            <a:r>
              <a:rPr lang="en-GB" altLang="de-DE" dirty="0"/>
              <a:t>Most frequently occurring words are often the least significant in terms of meaning </a:t>
            </a:r>
          </a:p>
          <a:p>
            <a:pPr lvl="2"/>
            <a:r>
              <a:rPr lang="en-GB" altLang="de-DE" dirty="0"/>
              <a:t>“</a:t>
            </a:r>
            <a:r>
              <a:rPr lang="en-GB" altLang="de-DE" dirty="0" err="1"/>
              <a:t>Stopwords</a:t>
            </a:r>
            <a:r>
              <a:rPr lang="en-GB" altLang="de-DE" dirty="0"/>
              <a:t>” (articles, prepositions, …) often excluded from analysis</a:t>
            </a:r>
          </a:p>
          <a:p>
            <a:r>
              <a:rPr lang="en-GB" altLang="de-DE" dirty="0"/>
              <a:t>Unless compared with something, a wordcount gives us nothing</a:t>
            </a:r>
          </a:p>
          <a:p>
            <a:pPr lvl="1"/>
            <a:r>
              <a:rPr lang="en-GB" altLang="de-DE" dirty="0"/>
              <a:t>Therefore: temporal comparison or comparison between documents/corpora</a:t>
            </a:r>
          </a:p>
          <a:p>
            <a:r>
              <a:rPr lang="en-GB" altLang="de-DE" dirty="0"/>
              <a:t>Text analysis requires an ethnographic understanding of the texts under consideration</a:t>
            </a:r>
          </a:p>
          <a:p>
            <a:pPr lvl="1"/>
            <a:r>
              <a:rPr lang="en-GB" altLang="de-DE" dirty="0"/>
              <a:t>Who wrote them? Why? </a:t>
            </a:r>
          </a:p>
          <a:p>
            <a:pPr lvl="1"/>
            <a:r>
              <a:rPr lang="en-GB" altLang="de-DE" dirty="0"/>
              <a:t>What themes and patterns would one expect?</a:t>
            </a:r>
          </a:p>
          <a:p>
            <a:pPr lvl="1"/>
            <a:r>
              <a:rPr lang="en-GB" altLang="de-DE" dirty="0"/>
              <a:t>What narratives/voices might have been suppressed?</a:t>
            </a:r>
          </a:p>
          <a:p>
            <a:pPr lvl="1"/>
            <a:r>
              <a:rPr lang="en-GB" altLang="de-DE" dirty="0"/>
              <a:t>Iterative process: query, results, look back at texts to decide which results may be meaningful</a:t>
            </a:r>
          </a:p>
        </p:txBody>
      </p:sp>
      <p:sp>
        <p:nvSpPr>
          <p:cNvPr id="2" name="Date Placeholder 1">
            <a:extLst>
              <a:ext uri="{FF2B5EF4-FFF2-40B4-BE49-F238E27FC236}">
                <a16:creationId xmlns:a16="http://schemas.microsoft.com/office/drawing/2014/main" id="{6A5BE3A8-197B-0224-5ABC-F23960FC89B6}"/>
              </a:ext>
            </a:extLst>
          </p:cNvPr>
          <p:cNvSpPr>
            <a:spLocks noGrp="1"/>
          </p:cNvSpPr>
          <p:nvPr>
            <p:ph type="dt" sz="half" idx="10"/>
          </p:nvPr>
        </p:nvSpPr>
        <p:spPr/>
        <p:txBody>
          <a:bodyPr/>
          <a:lstStyle/>
          <a:p>
            <a:r>
              <a:rPr lang="en-GB"/>
              <a:t>Digital Methods Summer School 2026</a:t>
            </a:r>
            <a:endParaRPr lang="en-GB" dirty="0"/>
          </a:p>
        </p:txBody>
      </p:sp>
      <p:sp>
        <p:nvSpPr>
          <p:cNvPr id="3" name="Footer Placeholder 2">
            <a:extLst>
              <a:ext uri="{FF2B5EF4-FFF2-40B4-BE49-F238E27FC236}">
                <a16:creationId xmlns:a16="http://schemas.microsoft.com/office/drawing/2014/main" id="{79EC8E61-1665-A0AD-6887-51335966FDBC}"/>
              </a:ext>
            </a:extLst>
          </p:cNvPr>
          <p:cNvSpPr>
            <a:spLocks noGrp="1"/>
          </p:cNvSpPr>
          <p:nvPr>
            <p:ph type="ftr" sz="quarter" idx="3"/>
          </p:nvPr>
        </p:nvSpPr>
        <p:spPr/>
        <p:txBody>
          <a:bodyPr/>
          <a:lstStyle/>
          <a:p>
            <a:r>
              <a:rPr lang="en-GB"/>
              <a:t>Text Analysis with R</a:t>
            </a:r>
            <a:endParaRPr lang="en-GB" dirty="0"/>
          </a:p>
        </p:txBody>
      </p:sp>
      <p:sp>
        <p:nvSpPr>
          <p:cNvPr id="4" name="Slide Number Placeholder 3">
            <a:extLst>
              <a:ext uri="{FF2B5EF4-FFF2-40B4-BE49-F238E27FC236}">
                <a16:creationId xmlns:a16="http://schemas.microsoft.com/office/drawing/2014/main" id="{7DD4D513-5E90-6650-0D27-F978C3DD7AA9}"/>
              </a:ext>
            </a:extLst>
          </p:cNvPr>
          <p:cNvSpPr>
            <a:spLocks noGrp="1"/>
          </p:cNvSpPr>
          <p:nvPr>
            <p:ph type="sldNum" sz="quarter" idx="12"/>
          </p:nvPr>
        </p:nvSpPr>
        <p:spPr/>
        <p:txBody>
          <a:bodyPr/>
          <a:lstStyle/>
          <a:p>
            <a:fld id="{DBF5BF70-AF59-E844-AFDD-1A12549F0ECB}" type="slidenum">
              <a:rPr lang="en-GB" smtClean="0"/>
              <a:pPr/>
              <a:t>16</a:t>
            </a:fld>
            <a:endParaRPr lang="en-GB"/>
          </a:p>
        </p:txBody>
      </p:sp>
    </p:spTree>
    <p:extLst>
      <p:ext uri="{BB962C8B-B14F-4D97-AF65-F5344CB8AC3E}">
        <p14:creationId xmlns:p14="http://schemas.microsoft.com/office/powerpoint/2010/main" val="20577644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32750BD7-E7A3-4B2F-FD19-759DC5BE6F44}"/>
              </a:ext>
            </a:extLst>
          </p:cNvPr>
          <p:cNvSpPr>
            <a:spLocks noGrp="1" noChangeArrowheads="1"/>
          </p:cNvSpPr>
          <p:nvPr>
            <p:ph type="title"/>
          </p:nvPr>
        </p:nvSpPr>
        <p:spPr>
          <a:xfrm>
            <a:off x="1072174" y="363599"/>
            <a:ext cx="6928826" cy="853200"/>
          </a:xfrm>
        </p:spPr>
        <p:txBody>
          <a:bodyPr anchor="b">
            <a:normAutofit/>
          </a:bodyPr>
          <a:lstStyle/>
          <a:p>
            <a:r>
              <a:rPr lang="en-GB" altLang="en-US"/>
              <a:t>KWIC concordance in R</a:t>
            </a:r>
          </a:p>
        </p:txBody>
      </p:sp>
      <p:pic>
        <p:nvPicPr>
          <p:cNvPr id="7171" name="Picture 4">
            <a:extLst>
              <a:ext uri="{FF2B5EF4-FFF2-40B4-BE49-F238E27FC236}">
                <a16:creationId xmlns:a16="http://schemas.microsoft.com/office/drawing/2014/main" id="{E046EC32-1B20-7314-6705-77354984C9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22804"/>
          <a:stretch>
            <a:fillRect/>
          </a:stretch>
        </p:blipFill>
        <p:spPr bwMode="auto">
          <a:xfrm>
            <a:off x="1072174" y="1371600"/>
            <a:ext cx="6928826" cy="3708400"/>
          </a:xfrm>
          <a:prstGeom prst="rect">
            <a:avLst/>
          </a:prstGeom>
          <a:solidFill>
            <a:srgbClr val="FFFFFF"/>
          </a:solid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6" name="Date Placeholder 3">
            <a:extLst>
              <a:ext uri="{FF2B5EF4-FFF2-40B4-BE49-F238E27FC236}">
                <a16:creationId xmlns:a16="http://schemas.microsoft.com/office/drawing/2014/main" id="{0EB61AE8-01BD-B904-FC4A-CC34834D30A0}"/>
              </a:ext>
            </a:extLst>
          </p:cNvPr>
          <p:cNvSpPr>
            <a:spLocks noGrp="1"/>
          </p:cNvSpPr>
          <p:nvPr>
            <p:ph type="dt" sz="half" idx="10"/>
          </p:nvPr>
        </p:nvSpPr>
        <p:spPr>
          <a:xfrm rot="5400000">
            <a:off x="7633108" y="4146665"/>
            <a:ext cx="2457713" cy="273844"/>
          </a:xfrm>
        </p:spPr>
        <p:txBody>
          <a:bodyPr/>
          <a:lstStyle/>
          <a:p>
            <a:pPr>
              <a:spcAft>
                <a:spcPts val="600"/>
              </a:spcAft>
            </a:pPr>
            <a:r>
              <a:rPr lang="en-GB"/>
              <a:t>Digital Methods Summer School 2026</a:t>
            </a:r>
          </a:p>
        </p:txBody>
      </p:sp>
      <p:sp>
        <p:nvSpPr>
          <p:cNvPr id="7178" name="Slide Number Placeholder 4">
            <a:extLst>
              <a:ext uri="{FF2B5EF4-FFF2-40B4-BE49-F238E27FC236}">
                <a16:creationId xmlns:a16="http://schemas.microsoft.com/office/drawing/2014/main" id="{631D2832-F03B-F3A1-827B-80428D89EAF7}"/>
              </a:ext>
            </a:extLst>
          </p:cNvPr>
          <p:cNvSpPr>
            <a:spLocks noGrp="1"/>
          </p:cNvSpPr>
          <p:nvPr>
            <p:ph type="sldNum" sz="quarter" idx="12"/>
          </p:nvPr>
        </p:nvSpPr>
        <p:spPr>
          <a:xfrm>
            <a:off x="8681013" y="2579593"/>
            <a:ext cx="361905" cy="362253"/>
          </a:xfrm>
        </p:spPr>
        <p:txBody>
          <a:bodyPr/>
          <a:lstStyle/>
          <a:p>
            <a:pPr>
              <a:spcAft>
                <a:spcPts val="600"/>
              </a:spcAft>
            </a:pPr>
            <a:fld id="{DBF5BF70-AF59-E844-AFDD-1A12549F0ECB}" type="slidenum">
              <a:rPr lang="en-GB" smtClean="0"/>
              <a:pPr>
                <a:spcAft>
                  <a:spcPts val="600"/>
                </a:spcAft>
              </a:pPr>
              <a:t>17</a:t>
            </a:fld>
            <a:endParaRPr lang="en-GB"/>
          </a:p>
        </p:txBody>
      </p:sp>
      <p:sp>
        <p:nvSpPr>
          <p:cNvPr id="7180" name="Footer Placeholder 5">
            <a:extLst>
              <a:ext uri="{FF2B5EF4-FFF2-40B4-BE49-F238E27FC236}">
                <a16:creationId xmlns:a16="http://schemas.microsoft.com/office/drawing/2014/main" id="{E19D4A83-1289-E6FA-760D-F9DDAE666A2A}"/>
              </a:ext>
            </a:extLst>
          </p:cNvPr>
          <p:cNvSpPr>
            <a:spLocks noGrp="1"/>
          </p:cNvSpPr>
          <p:nvPr>
            <p:ph type="ftr" sz="quarter" idx="3"/>
          </p:nvPr>
        </p:nvSpPr>
        <p:spPr>
          <a:xfrm rot="5400000">
            <a:off x="7729890" y="1197711"/>
            <a:ext cx="2264149" cy="273844"/>
          </a:xfrm>
        </p:spPr>
        <p:txBody>
          <a:bodyPr/>
          <a:lstStyle/>
          <a:p>
            <a:pPr>
              <a:spcAft>
                <a:spcPts val="600"/>
              </a:spcAft>
            </a:pPr>
            <a:r>
              <a:rPr lang="en-GB"/>
              <a:t>Text Analysis with R</a:t>
            </a:r>
          </a:p>
        </p:txBody>
      </p:sp>
    </p:spTree>
    <p:extLst>
      <p:ext uri="{BB962C8B-B14F-4D97-AF65-F5344CB8AC3E}">
        <p14:creationId xmlns:p14="http://schemas.microsoft.com/office/powerpoint/2010/main" val="9204984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sp>
        <p:nvSpPr>
          <p:cNvPr id="428" name="Google Shape;428;p41"/>
          <p:cNvSpPr txBox="1">
            <a:spLocks noGrp="1"/>
          </p:cNvSpPr>
          <p:nvPr>
            <p:ph type="title"/>
          </p:nvPr>
        </p:nvSpPr>
        <p:spPr>
          <a:xfrm>
            <a:off x="1072174" y="363599"/>
            <a:ext cx="6928826" cy="853200"/>
          </a:xfrm>
        </p:spPr>
        <p:txBody>
          <a:bodyPr spcFirstLastPara="1" vert="horz" lIns="68575" tIns="34275" rIns="68575" bIns="34275" rtlCol="0" anchor="b" anchorCtr="0">
            <a:normAutofit/>
          </a:bodyPr>
          <a:lstStyle/>
          <a:p>
            <a:r>
              <a:rPr lang="en-GB" dirty="0"/>
              <a:t>COLLOCATIONS</a:t>
            </a:r>
          </a:p>
        </p:txBody>
      </p:sp>
      <p:pic>
        <p:nvPicPr>
          <p:cNvPr id="1026" name="Picture 2" descr="Most frequent or most typical collocations? | Sketch Engine">
            <a:extLst>
              <a:ext uri="{FF2B5EF4-FFF2-40B4-BE49-F238E27FC236}">
                <a16:creationId xmlns:a16="http://schemas.microsoft.com/office/drawing/2014/main" id="{60895468-9F31-F4F4-C9A9-3FF736623FBC}"/>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072174" y="1381000"/>
            <a:ext cx="6928826" cy="3689599"/>
          </a:xfrm>
          <a:prstGeom prst="rect">
            <a:avLst/>
          </a:prstGeom>
          <a:solidFill>
            <a:srgbClr val="FFFFFF"/>
          </a:solidFill>
          <a:extLst>
            <a:ext uri="{909E8E84-426E-40DD-AFC4-6F175D3DCCD1}">
              <a14:hiddenFill xmlns:a14="http://schemas.microsoft.com/office/drawing/2010/main">
                <a:solidFill>
                  <a:srgbClr val="FFFFFF"/>
                </a:solidFill>
              </a14:hiddenFill>
            </a:ext>
          </a:extLst>
        </p:spPr>
      </p:pic>
      <p:sp>
        <p:nvSpPr>
          <p:cNvPr id="1031" name="Date Placeholder 3">
            <a:extLst>
              <a:ext uri="{FF2B5EF4-FFF2-40B4-BE49-F238E27FC236}">
                <a16:creationId xmlns:a16="http://schemas.microsoft.com/office/drawing/2014/main" id="{95E8BDC4-4154-51E9-F837-94F3941F17EE}"/>
              </a:ext>
            </a:extLst>
          </p:cNvPr>
          <p:cNvSpPr>
            <a:spLocks noGrp="1"/>
          </p:cNvSpPr>
          <p:nvPr>
            <p:ph type="dt" sz="half" idx="10"/>
          </p:nvPr>
        </p:nvSpPr>
        <p:spPr>
          <a:xfrm rot="5400000">
            <a:off x="7633108" y="4146665"/>
            <a:ext cx="2457713" cy="273844"/>
          </a:xfrm>
        </p:spPr>
        <p:txBody>
          <a:bodyPr/>
          <a:lstStyle/>
          <a:p>
            <a:pPr>
              <a:spcAft>
                <a:spcPts val="600"/>
              </a:spcAft>
            </a:pPr>
            <a:r>
              <a:rPr lang="en-GB"/>
              <a:t>Digital Methods Summer School 2026</a:t>
            </a:r>
          </a:p>
        </p:txBody>
      </p:sp>
      <p:sp>
        <p:nvSpPr>
          <p:cNvPr id="1033" name="Slide Number Placeholder 4">
            <a:extLst>
              <a:ext uri="{FF2B5EF4-FFF2-40B4-BE49-F238E27FC236}">
                <a16:creationId xmlns:a16="http://schemas.microsoft.com/office/drawing/2014/main" id="{D013ECCE-5434-6B7D-C8CD-D2E8BCEDEC50}"/>
              </a:ext>
            </a:extLst>
          </p:cNvPr>
          <p:cNvSpPr>
            <a:spLocks noGrp="1"/>
          </p:cNvSpPr>
          <p:nvPr>
            <p:ph type="sldNum" sz="quarter" idx="12"/>
          </p:nvPr>
        </p:nvSpPr>
        <p:spPr>
          <a:xfrm>
            <a:off x="8681013" y="2579593"/>
            <a:ext cx="361905" cy="362253"/>
          </a:xfrm>
        </p:spPr>
        <p:txBody>
          <a:bodyPr/>
          <a:lstStyle/>
          <a:p>
            <a:pPr>
              <a:spcAft>
                <a:spcPts val="600"/>
              </a:spcAft>
            </a:pPr>
            <a:fld id="{DBF5BF70-AF59-E844-AFDD-1A12549F0ECB}" type="slidenum">
              <a:rPr lang="en-GB" smtClean="0"/>
              <a:pPr>
                <a:spcAft>
                  <a:spcPts val="600"/>
                </a:spcAft>
              </a:pPr>
              <a:t>18</a:t>
            </a:fld>
            <a:endParaRPr lang="en-GB"/>
          </a:p>
        </p:txBody>
      </p:sp>
      <p:sp>
        <p:nvSpPr>
          <p:cNvPr id="1035" name="Footer Placeholder 5">
            <a:extLst>
              <a:ext uri="{FF2B5EF4-FFF2-40B4-BE49-F238E27FC236}">
                <a16:creationId xmlns:a16="http://schemas.microsoft.com/office/drawing/2014/main" id="{B2BB7166-FB67-9802-CBF8-B1B3A4D855FC}"/>
              </a:ext>
            </a:extLst>
          </p:cNvPr>
          <p:cNvSpPr>
            <a:spLocks noGrp="1"/>
          </p:cNvSpPr>
          <p:nvPr>
            <p:ph type="ftr" sz="quarter" idx="3"/>
          </p:nvPr>
        </p:nvSpPr>
        <p:spPr>
          <a:xfrm rot="5400000">
            <a:off x="7729890" y="1197711"/>
            <a:ext cx="2264149" cy="273844"/>
          </a:xfrm>
        </p:spPr>
        <p:txBody>
          <a:bodyPr/>
          <a:lstStyle/>
          <a:p>
            <a:pPr>
              <a:spcAft>
                <a:spcPts val="600"/>
              </a:spcAft>
            </a:pPr>
            <a:r>
              <a:rPr lang="en-GB"/>
              <a:t>Text Analysis with R</a:t>
            </a:r>
          </a:p>
        </p:txBody>
      </p:sp>
    </p:spTree>
    <p:extLst>
      <p:ext uri="{BB962C8B-B14F-4D97-AF65-F5344CB8AC3E}">
        <p14:creationId xmlns:p14="http://schemas.microsoft.com/office/powerpoint/2010/main" val="37027918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16F26B30-65DA-0A5A-B9FA-9C288324D1AA}"/>
              </a:ext>
            </a:extLst>
          </p:cNvPr>
          <p:cNvSpPr>
            <a:spLocks noGrp="1"/>
          </p:cNvSpPr>
          <p:nvPr>
            <p:ph type="title"/>
          </p:nvPr>
        </p:nvSpPr>
        <p:spPr/>
        <p:txBody>
          <a:bodyPr/>
          <a:lstStyle/>
          <a:p>
            <a:r>
              <a:rPr lang="en-GB" altLang="en-US" dirty="0"/>
              <a:t>Tools in this course</a:t>
            </a:r>
          </a:p>
        </p:txBody>
      </p:sp>
      <p:sp>
        <p:nvSpPr>
          <p:cNvPr id="6147" name="Content Placeholder 2">
            <a:extLst>
              <a:ext uri="{FF2B5EF4-FFF2-40B4-BE49-F238E27FC236}">
                <a16:creationId xmlns:a16="http://schemas.microsoft.com/office/drawing/2014/main" id="{B82524F7-DDE1-F0AD-0108-2C2FE5CDC225}"/>
              </a:ext>
            </a:extLst>
          </p:cNvPr>
          <p:cNvSpPr>
            <a:spLocks noGrp="1"/>
          </p:cNvSpPr>
          <p:nvPr>
            <p:ph sz="half" idx="1"/>
          </p:nvPr>
        </p:nvSpPr>
        <p:spPr>
          <a:xfrm>
            <a:off x="1072174" y="1371600"/>
            <a:ext cx="3642329" cy="3708401"/>
          </a:xfrm>
        </p:spPr>
        <p:txBody>
          <a:bodyPr>
            <a:normAutofit/>
          </a:bodyPr>
          <a:lstStyle/>
          <a:p>
            <a:pPr lvl="1"/>
            <a:r>
              <a:rPr lang="en-GB" altLang="en-US" dirty="0"/>
              <a:t>RStudio / Posit Cloud </a:t>
            </a:r>
            <a:r>
              <a:rPr lang="en-GB" altLang="en-US" dirty="0" err="1"/>
              <a:t>tidyverse + tidytext</a:t>
            </a:r>
            <a:r>
              <a:rPr lang="en-GB" altLang="en-US" dirty="0"/>
              <a:t> data wrangling and tokenisation</a:t>
            </a:r>
          </a:p>
          <a:p>
            <a:pPr lvl="2"/>
            <a:r>
              <a:rPr lang="en-GB" altLang="en-US" dirty="0">
                <a:hlinkClick r:id="rId3"/>
              </a:rPr>
              <a:t>quanteda for concordances and corpus analysis</a:t>
            </a:r>
            <a:r>
              <a:rPr lang="en-GB" altLang="en-US" dirty="0"/>
              <a:t> </a:t>
            </a:r>
          </a:p>
          <a:p>
            <a:pPr lvl="1"/>
            <a:r>
              <a:rPr lang="en-GB" altLang="en-US" dirty="0" err="1"/>
              <a:t>syuzhet + sentimentr</a:t>
            </a:r>
            <a:r>
              <a:rPr lang="en-GB" altLang="en-US" dirty="0"/>
              <a:t> lexicon-based sentiment analysis</a:t>
            </a:r>
          </a:p>
          <a:p>
            <a:pPr lvl="2"/>
            <a:r>
              <a:rPr lang="en-GB" altLang="en-US" dirty="0">
                <a:hlinkClick r:id="rId4"/>
              </a:rPr>
              <a:t>precomputed .RData objects for heavy steps</a:t>
            </a:r>
            <a:endParaRPr lang="en-GB" altLang="en-US" dirty="0"/>
          </a:p>
          <a:p>
            <a:pPr lvl="1"/>
            <a:r>
              <a:rPr lang="en-GB" altLang="en-US" dirty="0" err="1"/>
              <a:t>Course repository</a:t>
            </a:r>
            <a:r>
              <a:rPr lang="en-GB" altLang="en-US" dirty="0"/>
              <a:t> GitHub + local files</a:t>
            </a:r>
          </a:p>
          <a:p>
            <a:pPr lvl="2"/>
            <a:r>
              <a:rPr lang="en-GB" altLang="en-US" dirty="0">
                <a:hlinkClick r:id="rId5"/>
              </a:rPr>
              <a:t>Open the .Rproj before running scripts</a:t>
            </a:r>
            <a:r>
              <a:rPr lang="en-GB" altLang="en-US" dirty="0"/>
              <a:t> </a:t>
            </a:r>
          </a:p>
          <a:p>
            <a:pPr lvl="1"/>
            <a:r>
              <a:rPr lang="en-GB" altLang="en-US" dirty="0" err="1"/>
              <a:t>readtext / readxl</a:t>
            </a:r>
            <a:r>
              <a:rPr lang="en-GB" altLang="en-US" dirty="0"/>
              <a:t> GitHub + local files</a:t>
            </a:r>
          </a:p>
          <a:p>
            <a:pPr lvl="2"/>
            <a:r>
              <a:rPr lang="en-GB" altLang="en-US" dirty="0">
                <a:hlinkClick r:id="rId6"/>
              </a:rPr>
              <a:t>import text and spreadsheet data</a:t>
            </a:r>
            <a:endParaRPr lang="en-GB" altLang="en-US" dirty="0"/>
          </a:p>
          <a:p>
            <a:pPr lvl="1"/>
            <a:r>
              <a:rPr lang="en-GB" altLang="en-US" dirty="0"/>
              <a:t>jockers_stopwords.txt</a:t>
            </a:r>
          </a:p>
          <a:p>
            <a:pPr lvl="2"/>
            <a:r>
              <a:rPr lang="en-GB" altLang="en-US" dirty="0">
                <a:hlinkClick r:id="rId7"/>
              </a:rPr>
              <a:t>transparent stopword choices</a:t>
            </a:r>
            <a:endParaRPr lang="en-GB" altLang="en-US" dirty="0"/>
          </a:p>
          <a:p>
            <a:pPr lvl="1"/>
            <a:r>
              <a:rPr lang="en-GB" altLang="en-US" dirty="0"/>
              <a:t>ELTeC sample corpus</a:t>
            </a:r>
            <a:r>
              <a:rPr lang="en-GB" altLang="en-US" dirty="0">
                <a:hlinkClick r:id="rId8"/>
              </a:rPr>
              <a:t>preloaded for faster in-class work</a:t>
            </a:r>
            <a:r>
              <a:rPr lang="en-GB" altLang="en-US" dirty="0"/>
              <a:t> </a:t>
            </a:r>
          </a:p>
          <a:p>
            <a:pPr lvl="2"/>
            <a:endParaRPr lang="en-GB" altLang="en-US" dirty="0"/>
          </a:p>
        </p:txBody>
      </p:sp>
      <p:sp>
        <p:nvSpPr>
          <p:cNvPr id="4" name="Content Placeholder 3">
            <a:extLst>
              <a:ext uri="{FF2B5EF4-FFF2-40B4-BE49-F238E27FC236}">
                <a16:creationId xmlns:a16="http://schemas.microsoft.com/office/drawing/2014/main" id="{5A62E6FF-5E35-8F6F-CA9E-DA270F9D43C8}"/>
              </a:ext>
            </a:extLst>
          </p:cNvPr>
          <p:cNvSpPr>
            <a:spLocks noGrp="1"/>
          </p:cNvSpPr>
          <p:nvPr>
            <p:ph sz="half" idx="2"/>
          </p:nvPr>
        </p:nvSpPr>
        <p:spPr>
          <a:xfrm>
            <a:off x="5130140" y="1371600"/>
            <a:ext cx="2870859" cy="3708401"/>
          </a:xfrm>
        </p:spPr>
        <p:txBody>
          <a:bodyPr>
            <a:normAutofit/>
          </a:bodyPr>
          <a:lstStyle/>
          <a:p>
            <a:r>
              <a:rPr lang="en-GB" altLang="en-US" dirty="0"/>
              <a:t>R scripts 01-05</a:t>
            </a:r>
          </a:p>
          <a:p>
            <a:pPr lvl="1"/>
            <a:r>
              <a:rPr lang="en-GB" altLang="en-US" dirty="0">
                <a:hlinkClick r:id="rId9"/>
              </a:rPr>
              <a:t>run in sequence; inspect objects as you go</a:t>
            </a:r>
            <a:endParaRPr lang="en-GB" altLang="en-US" dirty="0"/>
          </a:p>
          <a:p>
            <a:pPr lvl="1"/>
            <a:r>
              <a:rPr lang="en-GB" altLang="en-US" dirty="0">
                <a:hlinkClick r:id="rId10"/>
              </a:rPr>
              <a:t/>
            </a:r>
            <a:endParaRPr lang="en-GB" altLang="en-US" dirty="0"/>
          </a:p>
          <a:p>
            <a:pPr lvl="1"/>
            <a:r>
              <a:rPr lang="en-GB" altLang="en-US" dirty="0">
                <a:hlinkClick r:id="rId11"/>
              </a:rPr>
              <a:t/>
            </a:r>
            <a:r>
              <a:rPr lang="en-GB" altLang="en-US" dirty="0"/>
              <a:t/>
            </a:r>
          </a:p>
          <a:p>
            <a:r>
              <a:rPr lang="en-GB" altLang="en-US" dirty="0"/>
              <a:t/>
            </a:r>
          </a:p>
          <a:p>
            <a:pPr lvl="1"/>
            <a:r>
              <a:rPr lang="en-GB" altLang="en-US" dirty="0">
                <a:hlinkClick r:id="rId12"/>
              </a:rPr>
              <a:t/>
            </a:r>
            <a:endParaRPr lang="en-GB" altLang="en-US" dirty="0"/>
          </a:p>
          <a:p>
            <a:pPr lvl="1"/>
            <a:r>
              <a:rPr lang="en-GB" altLang="en-US" dirty="0">
                <a:hlinkClick r:id="rId13"/>
              </a:rPr>
              <a:t/>
            </a:r>
            <a:endParaRPr lang="en-GB" altLang="en-US" dirty="0"/>
          </a:p>
          <a:p>
            <a:pPr lvl="1"/>
            <a:r>
              <a:rPr lang="en-GB" altLang="en-US" dirty="0">
                <a:hlinkClick r:id="rId14"/>
              </a:rPr>
              <a:t/>
            </a:r>
            <a:endParaRPr lang="en-GB" altLang="en-US" dirty="0"/>
          </a:p>
        </p:txBody>
      </p:sp>
    </p:spTree>
    <p:extLst>
      <p:ext uri="{BB962C8B-B14F-4D97-AF65-F5344CB8AC3E}">
        <p14:creationId xmlns:p14="http://schemas.microsoft.com/office/powerpoint/2010/main" val="34595337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1">
          <a:extLst>
            <a:ext uri="{FF2B5EF4-FFF2-40B4-BE49-F238E27FC236}">
              <a16:creationId xmlns:a16="http://schemas.microsoft.com/office/drawing/2014/main" id="{A88C0BF5-4094-0B5F-81C3-DFF4B74A6986}"/>
            </a:ext>
          </a:extLst>
        </p:cNvPr>
        <p:cNvGrpSpPr/>
        <p:nvPr/>
      </p:nvGrpSpPr>
      <p:grpSpPr>
        <a:xfrm>
          <a:off x="0" y="0"/>
          <a:ext cx="0" cy="0"/>
          <a:chOff x="0" y="0"/>
          <a:chExt cx="0" cy="0"/>
        </a:xfrm>
      </p:grpSpPr>
      <p:sp>
        <p:nvSpPr>
          <p:cNvPr id="182" name="Google Shape;182;p30">
            <a:extLst>
              <a:ext uri="{FF2B5EF4-FFF2-40B4-BE49-F238E27FC236}">
                <a16:creationId xmlns:a16="http://schemas.microsoft.com/office/drawing/2014/main" id="{6111A12F-4463-E115-55A8-F9EAE7D0277A}"/>
              </a:ext>
            </a:extLst>
          </p:cNvPr>
          <p:cNvSpPr/>
          <p:nvPr/>
        </p:nvSpPr>
        <p:spPr>
          <a:xfrm rot="-5400000">
            <a:off x="3082936" y="2943407"/>
            <a:ext cx="2751667" cy="585953"/>
          </a:xfrm>
          <a:prstGeom prst="lef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1800"/>
          </a:p>
        </p:txBody>
      </p:sp>
      <p:sp>
        <p:nvSpPr>
          <p:cNvPr id="183" name="Google Shape;183;p30">
            <a:extLst>
              <a:ext uri="{FF2B5EF4-FFF2-40B4-BE49-F238E27FC236}">
                <a16:creationId xmlns:a16="http://schemas.microsoft.com/office/drawing/2014/main" id="{190F7430-3CF1-DDC0-114A-625BEBEF645D}"/>
              </a:ext>
            </a:extLst>
          </p:cNvPr>
          <p:cNvSpPr/>
          <p:nvPr/>
        </p:nvSpPr>
        <p:spPr>
          <a:xfrm>
            <a:off x="2411649" y="2810670"/>
            <a:ext cx="4094239" cy="512297"/>
          </a:xfrm>
          <a:prstGeom prst="lef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1800"/>
          </a:p>
        </p:txBody>
      </p:sp>
      <p:sp>
        <p:nvSpPr>
          <p:cNvPr id="188" name="Google Shape;188;p30">
            <a:extLst>
              <a:ext uri="{FF2B5EF4-FFF2-40B4-BE49-F238E27FC236}">
                <a16:creationId xmlns:a16="http://schemas.microsoft.com/office/drawing/2014/main" id="{89421236-87F3-E725-DE9F-A17F958C1F2B}"/>
              </a:ext>
            </a:extLst>
          </p:cNvPr>
          <p:cNvSpPr txBox="1">
            <a:spLocks noGrp="1"/>
          </p:cNvSpPr>
          <p:nvPr>
            <p:ph type="title"/>
          </p:nvPr>
        </p:nvSpPr>
        <p:spPr>
          <a:xfrm>
            <a:off x="1072174" y="363599"/>
            <a:ext cx="6928826" cy="853200"/>
          </a:xfrm>
          <a:noFill/>
          <a:ln>
            <a:noFill/>
          </a:ln>
        </p:spPr>
        <p:txBody>
          <a:bodyPr spcFirstLastPara="1" vert="horz" wrap="square" lIns="68575" tIns="34275" rIns="68575" bIns="34275" rtlCol="0" anchor="ctr" anchorCtr="0">
            <a:normAutofit/>
          </a:bodyPr>
          <a:lstStyle/>
          <a:p>
            <a:r>
              <a:rPr lang="en-GB" dirty="0"/>
              <a:t>NATURAL LANGUAGE PROCESSING (NLP)</a:t>
            </a:r>
            <a:endParaRPr lang="en-GB" dirty="0">
              <a:sym typeface="Arial"/>
            </a:endParaRPr>
          </a:p>
        </p:txBody>
      </p:sp>
      <p:sp>
        <p:nvSpPr>
          <p:cNvPr id="190" name="Google Shape;190;p30">
            <a:extLst>
              <a:ext uri="{FF2B5EF4-FFF2-40B4-BE49-F238E27FC236}">
                <a16:creationId xmlns:a16="http://schemas.microsoft.com/office/drawing/2014/main" id="{55D88EF8-443D-DA3A-AE44-C6550B52504E}"/>
              </a:ext>
            </a:extLst>
          </p:cNvPr>
          <p:cNvSpPr txBox="1"/>
          <p:nvPr/>
        </p:nvSpPr>
        <p:spPr>
          <a:xfrm>
            <a:off x="519769" y="2697502"/>
            <a:ext cx="1620359" cy="738633"/>
          </a:xfrm>
          <a:prstGeom prst="rect">
            <a:avLst/>
          </a:prstGeom>
          <a:noFill/>
          <a:ln>
            <a:noFill/>
          </a:ln>
        </p:spPr>
        <p:txBody>
          <a:bodyPr spcFirstLastPara="1" wrap="square" lIns="91425" tIns="91425" rIns="91425" bIns="91425" anchor="t" anchorCtr="0">
            <a:spAutoFit/>
          </a:bodyPr>
          <a:lstStyle/>
          <a:p>
            <a:pPr algn="r"/>
            <a:r>
              <a:rPr lang="it" sz="1800" b="1" dirty="0">
                <a:solidFill>
                  <a:schemeClr val="dk1"/>
                </a:solidFill>
                <a:highlight>
                  <a:srgbClr val="FFFF00"/>
                </a:highlight>
              </a:rPr>
              <a:t>Sentiment Analysis</a:t>
            </a:r>
            <a:endParaRPr sz="1800" b="1" dirty="0">
              <a:solidFill>
                <a:schemeClr val="dk1"/>
              </a:solidFill>
              <a:highlight>
                <a:srgbClr val="FFFF00"/>
              </a:highlight>
            </a:endParaRPr>
          </a:p>
        </p:txBody>
      </p:sp>
      <p:sp>
        <p:nvSpPr>
          <p:cNvPr id="191" name="Google Shape;191;p30">
            <a:extLst>
              <a:ext uri="{FF2B5EF4-FFF2-40B4-BE49-F238E27FC236}">
                <a16:creationId xmlns:a16="http://schemas.microsoft.com/office/drawing/2014/main" id="{CE65D5A7-672A-D03A-BED2-07E78F3BB413}"/>
              </a:ext>
            </a:extLst>
          </p:cNvPr>
          <p:cNvSpPr txBox="1"/>
          <p:nvPr/>
        </p:nvSpPr>
        <p:spPr>
          <a:xfrm>
            <a:off x="3897834" y="4644745"/>
            <a:ext cx="1348332" cy="461635"/>
          </a:xfrm>
          <a:prstGeom prst="rect">
            <a:avLst/>
          </a:prstGeom>
          <a:noFill/>
          <a:ln>
            <a:noFill/>
          </a:ln>
        </p:spPr>
        <p:txBody>
          <a:bodyPr spcFirstLastPara="1" wrap="square" lIns="91425" tIns="91425" rIns="91425" bIns="91425" anchor="t" anchorCtr="0">
            <a:spAutoFit/>
          </a:bodyPr>
          <a:lstStyle/>
          <a:p>
            <a:r>
              <a:rPr lang="it" sz="1800" b="1" dirty="0">
                <a:solidFill>
                  <a:schemeClr val="dk1"/>
                </a:solidFill>
              </a:rPr>
              <a:t>Word Vectors</a:t>
            </a:r>
            <a:endParaRPr sz="1800" b="1" dirty="0">
              <a:solidFill>
                <a:schemeClr val="dk1"/>
              </a:solidFill>
            </a:endParaRPr>
          </a:p>
        </p:txBody>
      </p:sp>
      <p:sp>
        <p:nvSpPr>
          <p:cNvPr id="192" name="Google Shape;192;p30">
            <a:extLst>
              <a:ext uri="{FF2B5EF4-FFF2-40B4-BE49-F238E27FC236}">
                <a16:creationId xmlns:a16="http://schemas.microsoft.com/office/drawing/2014/main" id="{5EBBA264-0CFC-3621-4934-9D7265555A20}"/>
              </a:ext>
            </a:extLst>
          </p:cNvPr>
          <p:cNvSpPr txBox="1"/>
          <p:nvPr/>
        </p:nvSpPr>
        <p:spPr>
          <a:xfrm>
            <a:off x="6786418" y="2697500"/>
            <a:ext cx="1620359" cy="738633"/>
          </a:xfrm>
          <a:prstGeom prst="rect">
            <a:avLst/>
          </a:prstGeom>
          <a:noFill/>
          <a:ln>
            <a:noFill/>
          </a:ln>
        </p:spPr>
        <p:txBody>
          <a:bodyPr spcFirstLastPara="1" wrap="square" lIns="91425" tIns="91425" rIns="91425" bIns="91425" anchor="t" anchorCtr="0">
            <a:spAutoFit/>
          </a:bodyPr>
          <a:lstStyle/>
          <a:p>
            <a:r>
              <a:rPr lang="it" sz="1800" b="1" dirty="0">
                <a:solidFill>
                  <a:schemeClr val="dk1"/>
                </a:solidFill>
              </a:rPr>
              <a:t>Topic Modeling</a:t>
            </a:r>
            <a:endParaRPr sz="1800" b="1" dirty="0">
              <a:solidFill>
                <a:schemeClr val="dk1"/>
              </a:solidFill>
            </a:endParaRPr>
          </a:p>
        </p:txBody>
      </p:sp>
      <p:pic>
        <p:nvPicPr>
          <p:cNvPr id="3" name="Picture 2">
            <a:extLst>
              <a:ext uri="{FF2B5EF4-FFF2-40B4-BE49-F238E27FC236}">
                <a16:creationId xmlns:a16="http://schemas.microsoft.com/office/drawing/2014/main" id="{42D390B3-1694-26C7-AF4E-AC6A84A05CE1}"/>
              </a:ext>
            </a:extLst>
          </p:cNvPr>
          <p:cNvPicPr>
            <a:picLocks noChangeAspect="1"/>
          </p:cNvPicPr>
          <p:nvPr/>
        </p:nvPicPr>
        <p:blipFill rotWithShape="1">
          <a:blip r:embed="rId3">
            <a:extLst>
              <a:ext uri="{837473B0-CC2E-450A-ABE3-18F120FF3D39}">
                <a1611:picAttrSrcUrl xmlns:a1611="http://schemas.microsoft.com/office/drawing/2016/11/main" r:id="rId4"/>
              </a:ext>
            </a:extLst>
          </a:blip>
          <a:srcRect l="18424" t="10193" r="16029" b="309"/>
          <a:stretch/>
        </p:blipFill>
        <p:spPr>
          <a:xfrm>
            <a:off x="3746436" y="2602400"/>
            <a:ext cx="1424666" cy="1311864"/>
          </a:xfrm>
          <a:prstGeom prst="rect">
            <a:avLst/>
          </a:prstGeom>
        </p:spPr>
      </p:pic>
      <p:sp>
        <p:nvSpPr>
          <p:cNvPr id="4" name="Google Shape;191;p30">
            <a:extLst>
              <a:ext uri="{FF2B5EF4-FFF2-40B4-BE49-F238E27FC236}">
                <a16:creationId xmlns:a16="http://schemas.microsoft.com/office/drawing/2014/main" id="{B7DF4321-D635-DB20-61C3-AA479FAA5FFE}"/>
              </a:ext>
            </a:extLst>
          </p:cNvPr>
          <p:cNvSpPr txBox="1"/>
          <p:nvPr/>
        </p:nvSpPr>
        <p:spPr>
          <a:xfrm>
            <a:off x="3559125" y="1334084"/>
            <a:ext cx="1802410" cy="461635"/>
          </a:xfrm>
          <a:prstGeom prst="rect">
            <a:avLst/>
          </a:prstGeom>
          <a:noFill/>
          <a:ln>
            <a:noFill/>
          </a:ln>
        </p:spPr>
        <p:txBody>
          <a:bodyPr spcFirstLastPara="1" wrap="square" lIns="91425" tIns="91425" rIns="91425" bIns="91425" anchor="t" anchorCtr="0">
            <a:spAutoFit/>
          </a:bodyPr>
          <a:lstStyle/>
          <a:p>
            <a:r>
              <a:rPr lang="it" sz="1800" b="1" dirty="0">
                <a:solidFill>
                  <a:schemeClr val="dk1"/>
                </a:solidFill>
              </a:rPr>
              <a:t>Corpus analysis</a:t>
            </a:r>
          </a:p>
        </p:txBody>
      </p:sp>
    </p:spTree>
    <p:extLst>
      <p:ext uri="{BB962C8B-B14F-4D97-AF65-F5344CB8AC3E}">
        <p14:creationId xmlns:p14="http://schemas.microsoft.com/office/powerpoint/2010/main" val="41252656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D1C0C-0F7C-C07D-8E67-E32C660356FD}"/>
              </a:ext>
            </a:extLst>
          </p:cNvPr>
          <p:cNvSpPr>
            <a:spLocks noGrp="1"/>
          </p:cNvSpPr>
          <p:nvPr>
            <p:ph type="title"/>
          </p:nvPr>
        </p:nvSpPr>
        <p:spPr/>
        <p:txBody>
          <a:bodyPr/>
          <a:lstStyle/>
          <a:p>
            <a:r>
              <a:rPr lang="en-GB" dirty="0"/>
              <a:t>Sentiment analysis</a:t>
            </a:r>
          </a:p>
        </p:txBody>
      </p:sp>
      <p:sp>
        <p:nvSpPr>
          <p:cNvPr id="3" name="Content Placeholder 2">
            <a:extLst>
              <a:ext uri="{FF2B5EF4-FFF2-40B4-BE49-F238E27FC236}">
                <a16:creationId xmlns:a16="http://schemas.microsoft.com/office/drawing/2014/main" id="{29D62438-2A90-7AB7-7B5B-72F2A3D0D332}"/>
              </a:ext>
            </a:extLst>
          </p:cNvPr>
          <p:cNvSpPr>
            <a:spLocks noGrp="1"/>
          </p:cNvSpPr>
          <p:nvPr>
            <p:ph idx="1"/>
          </p:nvPr>
        </p:nvSpPr>
        <p:spPr/>
        <p:txBody>
          <a:bodyPr/>
          <a:lstStyle/>
          <a:p>
            <a:pPr fontAlgn="base"/>
            <a:r>
              <a:rPr lang="en-GB" dirty="0"/>
              <a:t>Sentiment analysis can be used to:</a:t>
            </a:r>
          </a:p>
          <a:p>
            <a:pPr lvl="1" fontAlgn="base"/>
            <a:r>
              <a:rPr lang="en-GB" dirty="0"/>
              <a:t>understand human behaviour in digital spaces</a:t>
            </a:r>
          </a:p>
          <a:p>
            <a:pPr lvl="1" fontAlgn="base"/>
            <a:r>
              <a:rPr lang="en-GB" dirty="0"/>
              <a:t>analyse texts from books, social media, blogs, websites, and other digital platforms</a:t>
            </a:r>
          </a:p>
          <a:p>
            <a:pPr lvl="1" fontAlgn="base"/>
            <a:r>
              <a:rPr lang="en-GB" dirty="0"/>
              <a:t>analyse opinions and cultural representations</a:t>
            </a:r>
          </a:p>
          <a:p>
            <a:pPr lvl="1" fontAlgn="base"/>
            <a:r>
              <a:rPr lang="en-GB" dirty="0"/>
              <a:t>study the evolution of language and sentiment over time</a:t>
            </a:r>
          </a:p>
          <a:p>
            <a:pPr lvl="1" fontAlgn="base"/>
            <a:endParaRPr lang="en-GB" dirty="0"/>
          </a:p>
          <a:p>
            <a:pPr fontAlgn="base"/>
            <a:r>
              <a:rPr lang="en-GB" dirty="0"/>
              <a:t>In short, the process of extracting the emotional value of a text.</a:t>
            </a:r>
          </a:p>
          <a:p>
            <a:pPr lvl="1" fontAlgn="base"/>
            <a:r>
              <a:rPr lang="en-GB" dirty="0"/>
              <a:t>not to be confused with the emotions the reader may feel when reading a text</a:t>
            </a:r>
          </a:p>
        </p:txBody>
      </p:sp>
      <p:sp>
        <p:nvSpPr>
          <p:cNvPr id="4" name="Date Placeholder 3">
            <a:extLst>
              <a:ext uri="{FF2B5EF4-FFF2-40B4-BE49-F238E27FC236}">
                <a16:creationId xmlns:a16="http://schemas.microsoft.com/office/drawing/2014/main" id="{4771E8E0-F067-0490-58D4-2746F03A8ABB}"/>
              </a:ext>
            </a:extLst>
          </p:cNvPr>
          <p:cNvSpPr>
            <a:spLocks noGrp="1"/>
          </p:cNvSpPr>
          <p:nvPr>
            <p:ph type="dt" sz="half" idx="10"/>
          </p:nvPr>
        </p:nvSpPr>
        <p:spPr/>
        <p:txBody>
          <a:bodyPr/>
          <a:lstStyle/>
          <a:p>
            <a:r>
              <a:rPr lang="en-GB"/>
              <a:t>Digital Methods Summer School 2026</a:t>
            </a:r>
            <a:endParaRPr lang="en-GB" dirty="0"/>
          </a:p>
        </p:txBody>
      </p:sp>
      <p:sp>
        <p:nvSpPr>
          <p:cNvPr id="5" name="Slide Number Placeholder 4">
            <a:extLst>
              <a:ext uri="{FF2B5EF4-FFF2-40B4-BE49-F238E27FC236}">
                <a16:creationId xmlns:a16="http://schemas.microsoft.com/office/drawing/2014/main" id="{47B4706F-5CAB-C5A6-8ACF-83A728652101}"/>
              </a:ext>
            </a:extLst>
          </p:cNvPr>
          <p:cNvSpPr>
            <a:spLocks noGrp="1"/>
          </p:cNvSpPr>
          <p:nvPr>
            <p:ph type="sldNum" sz="quarter" idx="12"/>
          </p:nvPr>
        </p:nvSpPr>
        <p:spPr/>
        <p:txBody>
          <a:bodyPr/>
          <a:lstStyle/>
          <a:p>
            <a:fld id="{DBF5BF70-AF59-E844-AFDD-1A12549F0ECB}" type="slidenum">
              <a:rPr lang="en-GB" smtClean="0"/>
              <a:pPr/>
              <a:t>21</a:t>
            </a:fld>
            <a:endParaRPr lang="en-GB"/>
          </a:p>
        </p:txBody>
      </p:sp>
      <p:sp>
        <p:nvSpPr>
          <p:cNvPr id="6" name="Footer Placeholder 5">
            <a:extLst>
              <a:ext uri="{FF2B5EF4-FFF2-40B4-BE49-F238E27FC236}">
                <a16:creationId xmlns:a16="http://schemas.microsoft.com/office/drawing/2014/main" id="{B5DC552D-1AC6-F537-CFA2-4BBA580B1E56}"/>
              </a:ext>
            </a:extLst>
          </p:cNvPr>
          <p:cNvSpPr>
            <a:spLocks noGrp="1"/>
          </p:cNvSpPr>
          <p:nvPr>
            <p:ph type="ftr" sz="quarter" idx="3"/>
          </p:nvPr>
        </p:nvSpPr>
        <p:spPr/>
        <p:txBody>
          <a:bodyPr/>
          <a:lstStyle/>
          <a:p>
            <a:r>
              <a:rPr lang="en-GB"/>
              <a:t>Text Analysis with R</a:t>
            </a:r>
            <a:endParaRPr lang="en-GB" dirty="0"/>
          </a:p>
        </p:txBody>
      </p:sp>
    </p:spTree>
    <p:extLst>
      <p:ext uri="{BB962C8B-B14F-4D97-AF65-F5344CB8AC3E}">
        <p14:creationId xmlns:p14="http://schemas.microsoft.com/office/powerpoint/2010/main" val="24919656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107F231E-9BFC-AF88-B8C7-502FD0E0F3C0}"/>
              </a:ext>
            </a:extLst>
          </p:cNvPr>
          <p:cNvSpPr>
            <a:spLocks noGrp="1"/>
          </p:cNvSpPr>
          <p:nvPr>
            <p:ph type="title"/>
          </p:nvPr>
        </p:nvSpPr>
        <p:spPr/>
        <p:txBody>
          <a:bodyPr/>
          <a:lstStyle/>
          <a:p>
            <a:r>
              <a:rPr lang="en-GB" dirty="0"/>
              <a:t>Emotions/sentiment models</a:t>
            </a:r>
          </a:p>
        </p:txBody>
      </p:sp>
      <p:sp>
        <p:nvSpPr>
          <p:cNvPr id="4" name="Date Placeholder 3">
            <a:extLst>
              <a:ext uri="{FF2B5EF4-FFF2-40B4-BE49-F238E27FC236}">
                <a16:creationId xmlns:a16="http://schemas.microsoft.com/office/drawing/2014/main" id="{A53CCF19-3977-3802-7212-2EB088B2DC10}"/>
              </a:ext>
            </a:extLst>
          </p:cNvPr>
          <p:cNvSpPr>
            <a:spLocks noGrp="1"/>
          </p:cNvSpPr>
          <p:nvPr>
            <p:ph type="dt" sz="half" idx="10"/>
          </p:nvPr>
        </p:nvSpPr>
        <p:spPr/>
        <p:txBody>
          <a:bodyPr/>
          <a:lstStyle/>
          <a:p>
            <a:r>
              <a:rPr lang="en-GB"/>
              <a:t>Digital Methods Summer School 2026</a:t>
            </a:r>
            <a:endParaRPr lang="en-GB" dirty="0"/>
          </a:p>
        </p:txBody>
      </p:sp>
      <p:sp>
        <p:nvSpPr>
          <p:cNvPr id="5" name="Slide Number Placeholder 4">
            <a:extLst>
              <a:ext uri="{FF2B5EF4-FFF2-40B4-BE49-F238E27FC236}">
                <a16:creationId xmlns:a16="http://schemas.microsoft.com/office/drawing/2014/main" id="{18F9B08C-362D-ACB7-9A86-191D9DBA03E7}"/>
              </a:ext>
            </a:extLst>
          </p:cNvPr>
          <p:cNvSpPr>
            <a:spLocks noGrp="1"/>
          </p:cNvSpPr>
          <p:nvPr>
            <p:ph type="sldNum" sz="quarter" idx="12"/>
          </p:nvPr>
        </p:nvSpPr>
        <p:spPr/>
        <p:txBody>
          <a:bodyPr/>
          <a:lstStyle/>
          <a:p>
            <a:fld id="{DBF5BF70-AF59-E844-AFDD-1A12549F0ECB}" type="slidenum">
              <a:rPr lang="en-GB" smtClean="0"/>
              <a:pPr/>
              <a:t>22</a:t>
            </a:fld>
            <a:endParaRPr lang="en-GB"/>
          </a:p>
        </p:txBody>
      </p:sp>
      <p:sp>
        <p:nvSpPr>
          <p:cNvPr id="6" name="Footer Placeholder 5">
            <a:extLst>
              <a:ext uri="{FF2B5EF4-FFF2-40B4-BE49-F238E27FC236}">
                <a16:creationId xmlns:a16="http://schemas.microsoft.com/office/drawing/2014/main" id="{42AE3CA2-D641-8D78-1306-0D44A01F1046}"/>
              </a:ext>
            </a:extLst>
          </p:cNvPr>
          <p:cNvSpPr>
            <a:spLocks noGrp="1"/>
          </p:cNvSpPr>
          <p:nvPr>
            <p:ph type="ftr" sz="quarter" idx="3"/>
          </p:nvPr>
        </p:nvSpPr>
        <p:spPr/>
        <p:txBody>
          <a:bodyPr/>
          <a:lstStyle/>
          <a:p>
            <a:r>
              <a:rPr lang="en-GB"/>
              <a:t>Text Analysis with R</a:t>
            </a:r>
            <a:endParaRPr lang="en-GB" dirty="0"/>
          </a:p>
        </p:txBody>
      </p:sp>
      <p:pic>
        <p:nvPicPr>
          <p:cNvPr id="4098" name="Picture 2">
            <a:extLst>
              <a:ext uri="{FF2B5EF4-FFF2-40B4-BE49-F238E27FC236}">
                <a16:creationId xmlns:a16="http://schemas.microsoft.com/office/drawing/2014/main" id="{90D0636B-EB08-11A2-90EC-FEC04567F6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3352" y="2078182"/>
            <a:ext cx="1965325" cy="1949603"/>
          </a:xfrm>
          <a:prstGeom prst="rect">
            <a:avLst/>
          </a:prstGeom>
          <a:noFill/>
          <a:extLst>
            <a:ext uri="{909E8E84-426E-40DD-AFC4-6F175D3DCCD1}">
              <a14:hiddenFill xmlns:a14="http://schemas.microsoft.com/office/drawing/2010/main">
                <a:solidFill>
                  <a:srgbClr val="FFFFFF"/>
                </a:solidFill>
              </a14:hiddenFill>
            </a:ext>
          </a:extLst>
        </p:spPr>
      </p:pic>
      <p:pic>
        <p:nvPicPr>
          <p:cNvPr id="4099" name="Picture 3">
            <a:extLst>
              <a:ext uri="{FF2B5EF4-FFF2-40B4-BE49-F238E27FC236}">
                <a16:creationId xmlns:a16="http://schemas.microsoft.com/office/drawing/2014/main" id="{F43945E8-19FF-5818-438C-FCC311CCC47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99278" y="2088566"/>
            <a:ext cx="2058588" cy="1949604"/>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C3037298-574D-DCA4-F016-AF2D26182B3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57142" y="2078181"/>
            <a:ext cx="2007995" cy="19496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92711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2D66B43-3112-F11E-AB8C-273E658FFB2D}"/>
              </a:ext>
            </a:extLst>
          </p:cNvPr>
          <p:cNvSpPr>
            <a:spLocks noGrp="1"/>
          </p:cNvSpPr>
          <p:nvPr>
            <p:ph type="dt" sz="half" idx="10"/>
          </p:nvPr>
        </p:nvSpPr>
        <p:spPr/>
        <p:txBody>
          <a:bodyPr/>
          <a:lstStyle/>
          <a:p>
            <a:r>
              <a:rPr lang="en-GB"/>
              <a:t>Digital Methods Summer School 2026</a:t>
            </a:r>
            <a:endParaRPr lang="en-GB" dirty="0"/>
          </a:p>
        </p:txBody>
      </p:sp>
      <p:sp>
        <p:nvSpPr>
          <p:cNvPr id="5" name="Slide Number Placeholder 4">
            <a:extLst>
              <a:ext uri="{FF2B5EF4-FFF2-40B4-BE49-F238E27FC236}">
                <a16:creationId xmlns:a16="http://schemas.microsoft.com/office/drawing/2014/main" id="{FE1AD340-4FBB-5837-C6B3-B367E2AF61F1}"/>
              </a:ext>
            </a:extLst>
          </p:cNvPr>
          <p:cNvSpPr>
            <a:spLocks noGrp="1"/>
          </p:cNvSpPr>
          <p:nvPr>
            <p:ph type="sldNum" sz="quarter" idx="12"/>
          </p:nvPr>
        </p:nvSpPr>
        <p:spPr/>
        <p:txBody>
          <a:bodyPr/>
          <a:lstStyle/>
          <a:p>
            <a:fld id="{DBF5BF70-AF59-E844-AFDD-1A12549F0ECB}" type="slidenum">
              <a:rPr lang="en-GB" smtClean="0"/>
              <a:pPr/>
              <a:t>23</a:t>
            </a:fld>
            <a:endParaRPr lang="en-GB"/>
          </a:p>
        </p:txBody>
      </p:sp>
      <p:sp>
        <p:nvSpPr>
          <p:cNvPr id="6" name="Footer Placeholder 5">
            <a:extLst>
              <a:ext uri="{FF2B5EF4-FFF2-40B4-BE49-F238E27FC236}">
                <a16:creationId xmlns:a16="http://schemas.microsoft.com/office/drawing/2014/main" id="{F0E472C2-6F2E-1487-05F5-A72F194093BD}"/>
              </a:ext>
            </a:extLst>
          </p:cNvPr>
          <p:cNvSpPr>
            <a:spLocks noGrp="1"/>
          </p:cNvSpPr>
          <p:nvPr>
            <p:ph type="ftr" sz="quarter" idx="3"/>
          </p:nvPr>
        </p:nvSpPr>
        <p:spPr/>
        <p:txBody>
          <a:bodyPr/>
          <a:lstStyle/>
          <a:p>
            <a:r>
              <a:rPr lang="en-GB"/>
              <a:t>Text Analysis with R</a:t>
            </a:r>
            <a:endParaRPr lang="en-GB" dirty="0"/>
          </a:p>
        </p:txBody>
      </p:sp>
      <p:pic>
        <p:nvPicPr>
          <p:cNvPr id="5122" name="Picture 2">
            <a:extLst>
              <a:ext uri="{FF2B5EF4-FFF2-40B4-BE49-F238E27FC236}">
                <a16:creationId xmlns:a16="http://schemas.microsoft.com/office/drawing/2014/main" id="{101BC713-7CEC-CAA8-7333-92640FC6C8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0525" y="0"/>
            <a:ext cx="8362950" cy="571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67691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31"/>
          <p:cNvSpPr/>
          <p:nvPr/>
        </p:nvSpPr>
        <p:spPr>
          <a:xfrm>
            <a:off x="3736126" y="2298926"/>
            <a:ext cx="3105737" cy="2420631"/>
          </a:xfrm>
          <a:prstGeom prst="rect">
            <a:avLst/>
          </a:prstGeom>
          <a:noFill/>
          <a:ln>
            <a:noFill/>
          </a:ln>
        </p:spPr>
        <p:txBody>
          <a:bodyPr spcFirstLastPara="1" wrap="square" lIns="68575" tIns="34275" rIns="68575" bIns="34275" anchor="t" anchorCtr="0">
            <a:noAutofit/>
          </a:bodyPr>
          <a:lstStyle/>
          <a:p>
            <a:r>
              <a:rPr lang="it" sz="1500" dirty="0">
                <a:solidFill>
                  <a:schemeClr val="dk1"/>
                </a:solidFill>
                <a:latin typeface="Calibri" panose="020F0502020204030204" pitchFamily="34" charset="0"/>
                <a:ea typeface="Arial"/>
                <a:cs typeface="Calibri" panose="020F0502020204030204" pitchFamily="34" charset="0"/>
                <a:sym typeface="Arial"/>
              </a:rPr>
              <a:t>“This book is </a:t>
            </a:r>
            <a:r>
              <a:rPr lang="it" sz="1500" dirty="0">
                <a:solidFill>
                  <a:srgbClr val="92D050"/>
                </a:solidFill>
                <a:latin typeface="Calibri" panose="020F0502020204030204" pitchFamily="34" charset="0"/>
                <a:ea typeface="Arial"/>
                <a:cs typeface="Calibri" panose="020F0502020204030204" pitchFamily="34" charset="0"/>
                <a:sym typeface="Arial"/>
              </a:rPr>
              <a:t>fantastic</a:t>
            </a:r>
            <a:r>
              <a:rPr lang="it" sz="1500" dirty="0">
                <a:solidFill>
                  <a:schemeClr val="dk1"/>
                </a:solidFill>
                <a:latin typeface="Calibri" panose="020F0502020204030204" pitchFamily="34" charset="0"/>
                <a:ea typeface="Arial"/>
                <a:cs typeface="Calibri" panose="020F0502020204030204" pitchFamily="34" charset="0"/>
                <a:sym typeface="Arial"/>
              </a:rPr>
              <a:t>! </a:t>
            </a:r>
            <a:br>
              <a:rPr lang="it" sz="1500" dirty="0">
                <a:solidFill>
                  <a:schemeClr val="dk1"/>
                </a:solidFill>
                <a:latin typeface="Calibri" panose="020F0502020204030204" pitchFamily="34" charset="0"/>
                <a:ea typeface="Arial"/>
                <a:cs typeface="Calibri" panose="020F0502020204030204" pitchFamily="34" charset="0"/>
                <a:sym typeface="Arial"/>
              </a:rPr>
            </a:br>
            <a:r>
              <a:rPr lang="it" sz="1500" dirty="0">
                <a:solidFill>
                  <a:schemeClr val="dk1"/>
                </a:solidFill>
                <a:latin typeface="Calibri" panose="020F0502020204030204" pitchFamily="34" charset="0"/>
                <a:ea typeface="Arial"/>
                <a:cs typeface="Calibri" panose="020F0502020204030204" pitchFamily="34" charset="0"/>
                <a:sym typeface="Arial"/>
              </a:rPr>
              <a:t>It tells </a:t>
            </a:r>
            <a:r>
              <a:rPr lang="it" sz="1500" dirty="0">
                <a:solidFill>
                  <a:srgbClr val="92D050"/>
                </a:solidFill>
                <a:latin typeface="Calibri" panose="020F0502020204030204" pitchFamily="34" charset="0"/>
                <a:ea typeface="Arial"/>
                <a:cs typeface="Calibri" panose="020F0502020204030204" pitchFamily="34" charset="0"/>
                <a:sym typeface="Arial"/>
              </a:rPr>
              <a:t>wonderful</a:t>
            </a:r>
            <a:r>
              <a:rPr lang="it" sz="1500" dirty="0">
                <a:solidFill>
                  <a:schemeClr val="dk1"/>
                </a:solidFill>
                <a:latin typeface="Calibri" panose="020F0502020204030204" pitchFamily="34" charset="0"/>
                <a:ea typeface="Arial"/>
                <a:cs typeface="Calibri" panose="020F0502020204030204" pitchFamily="34" charset="0"/>
                <a:sym typeface="Arial"/>
              </a:rPr>
              <a:t> and </a:t>
            </a:r>
            <a:r>
              <a:rPr lang="it" sz="1500" dirty="0">
                <a:solidFill>
                  <a:srgbClr val="92D050"/>
                </a:solidFill>
                <a:latin typeface="Calibri" panose="020F0502020204030204" pitchFamily="34" charset="0"/>
                <a:ea typeface="Arial"/>
                <a:cs typeface="Calibri" panose="020F0502020204030204" pitchFamily="34" charset="0"/>
                <a:sym typeface="Arial"/>
              </a:rPr>
              <a:t>beautiful</a:t>
            </a:r>
            <a:r>
              <a:rPr lang="it" sz="1500" dirty="0">
                <a:solidFill>
                  <a:schemeClr val="dk1"/>
                </a:solidFill>
                <a:latin typeface="Calibri" panose="020F0502020204030204" pitchFamily="34" charset="0"/>
                <a:ea typeface="Arial"/>
                <a:cs typeface="Calibri" panose="020F0502020204030204" pitchFamily="34" charset="0"/>
                <a:sym typeface="Arial"/>
              </a:rPr>
              <a:t> things…”</a:t>
            </a:r>
            <a:endParaRPr sz="825" dirty="0">
              <a:latin typeface="Calibri" panose="020F0502020204030204" pitchFamily="34" charset="0"/>
              <a:cs typeface="Calibri" panose="020F0502020204030204" pitchFamily="34" charset="0"/>
            </a:endParaRPr>
          </a:p>
          <a:p>
            <a:endParaRPr sz="1500" dirty="0">
              <a:solidFill>
                <a:schemeClr val="dk1"/>
              </a:solidFill>
              <a:latin typeface="Calibri" panose="020F0502020204030204" pitchFamily="34" charset="0"/>
              <a:ea typeface="Arial"/>
              <a:cs typeface="Calibri" panose="020F0502020204030204" pitchFamily="34" charset="0"/>
              <a:sym typeface="Arial"/>
            </a:endParaRPr>
          </a:p>
          <a:p>
            <a:endParaRPr sz="1500" dirty="0">
              <a:solidFill>
                <a:schemeClr val="dk1"/>
              </a:solidFill>
              <a:latin typeface="Calibri" panose="020F0502020204030204" pitchFamily="34" charset="0"/>
              <a:ea typeface="Arial"/>
              <a:cs typeface="Calibri" panose="020F0502020204030204" pitchFamily="34" charset="0"/>
              <a:sym typeface="Arial"/>
            </a:endParaRPr>
          </a:p>
          <a:p>
            <a:r>
              <a:rPr lang="it" sz="1500" dirty="0">
                <a:solidFill>
                  <a:schemeClr val="dk1"/>
                </a:solidFill>
                <a:latin typeface="Calibri" panose="020F0502020204030204" pitchFamily="34" charset="0"/>
                <a:ea typeface="Arial"/>
                <a:cs typeface="Calibri" panose="020F0502020204030204" pitchFamily="34" charset="0"/>
                <a:sym typeface="Arial"/>
              </a:rPr>
              <a:t>“In those days, </a:t>
            </a:r>
            <a:r>
              <a:rPr lang="it" sz="1500" dirty="0">
                <a:solidFill>
                  <a:srgbClr val="7030A0"/>
                </a:solidFill>
                <a:latin typeface="Calibri" panose="020F0502020204030204" pitchFamily="34" charset="0"/>
                <a:ea typeface="Arial"/>
                <a:cs typeface="Calibri" panose="020F0502020204030204" pitchFamily="34" charset="0"/>
                <a:sym typeface="Arial"/>
              </a:rPr>
              <a:t>sadness</a:t>
            </a:r>
            <a:r>
              <a:rPr lang="it" sz="1500" dirty="0">
                <a:solidFill>
                  <a:schemeClr val="dk1"/>
                </a:solidFill>
                <a:latin typeface="Calibri" panose="020F0502020204030204" pitchFamily="34" charset="0"/>
                <a:ea typeface="Arial"/>
                <a:cs typeface="Calibri" panose="020F0502020204030204" pitchFamily="34" charset="0"/>
                <a:sym typeface="Arial"/>
              </a:rPr>
              <a:t> </a:t>
            </a:r>
            <a:endParaRPr sz="825" dirty="0">
              <a:latin typeface="Calibri" panose="020F0502020204030204" pitchFamily="34" charset="0"/>
              <a:cs typeface="Calibri" panose="020F0502020204030204" pitchFamily="34" charset="0"/>
            </a:endParaRPr>
          </a:p>
          <a:p>
            <a:r>
              <a:rPr lang="it" sz="1500" dirty="0">
                <a:solidFill>
                  <a:schemeClr val="dk1"/>
                </a:solidFill>
                <a:latin typeface="Calibri" panose="020F0502020204030204" pitchFamily="34" charset="0"/>
                <a:ea typeface="Arial"/>
                <a:cs typeface="Calibri" panose="020F0502020204030204" pitchFamily="34" charset="0"/>
                <a:sym typeface="Arial"/>
              </a:rPr>
              <a:t>shadowed my heart”</a:t>
            </a:r>
            <a:endParaRPr sz="825" dirty="0">
              <a:latin typeface="Calibri" panose="020F0502020204030204" pitchFamily="34" charset="0"/>
              <a:cs typeface="Calibri" panose="020F0502020204030204" pitchFamily="34" charset="0"/>
            </a:endParaRPr>
          </a:p>
          <a:p>
            <a:endParaRPr sz="1800" dirty="0">
              <a:solidFill>
                <a:schemeClr val="dk1"/>
              </a:solidFill>
              <a:latin typeface="Calibri" panose="020F0502020204030204" pitchFamily="34" charset="0"/>
              <a:ea typeface="Arial"/>
              <a:cs typeface="Calibri" panose="020F0502020204030204" pitchFamily="34" charset="0"/>
              <a:sym typeface="Arial"/>
            </a:endParaRPr>
          </a:p>
        </p:txBody>
      </p:sp>
      <p:sp>
        <p:nvSpPr>
          <p:cNvPr id="198" name="Google Shape;198;p31"/>
          <p:cNvSpPr/>
          <p:nvPr/>
        </p:nvSpPr>
        <p:spPr>
          <a:xfrm>
            <a:off x="7452648" y="1561838"/>
            <a:ext cx="1211293" cy="3060679"/>
          </a:xfrm>
          <a:prstGeom prst="rect">
            <a:avLst/>
          </a:prstGeom>
          <a:gradFill>
            <a:gsLst>
              <a:gs pos="0">
                <a:srgbClr val="92D050"/>
              </a:gs>
              <a:gs pos="100000">
                <a:srgbClr val="7030A0"/>
              </a:gs>
            </a:gsLst>
            <a:lin ang="5400012" scaled="0"/>
          </a:gra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algn="ctr"/>
            <a:endParaRPr sz="1400" dirty="0">
              <a:solidFill>
                <a:schemeClr val="lt1"/>
              </a:solidFill>
              <a:latin typeface="Calibri"/>
              <a:ea typeface="Calibri"/>
              <a:cs typeface="Calibri"/>
              <a:sym typeface="Calibri"/>
            </a:endParaRPr>
          </a:p>
        </p:txBody>
      </p:sp>
      <p:cxnSp>
        <p:nvCxnSpPr>
          <p:cNvPr id="199" name="Google Shape;199;p31"/>
          <p:cNvCxnSpPr>
            <a:cxnSpLocks/>
          </p:cNvCxnSpPr>
          <p:nvPr/>
        </p:nvCxnSpPr>
        <p:spPr>
          <a:xfrm flipV="1">
            <a:off x="5666596" y="1858681"/>
            <a:ext cx="1462562" cy="514422"/>
          </a:xfrm>
          <a:prstGeom prst="straightConnector1">
            <a:avLst/>
          </a:prstGeom>
          <a:noFill/>
          <a:ln w="38100" cap="flat" cmpd="sng">
            <a:solidFill>
              <a:srgbClr val="92D050"/>
            </a:solidFill>
            <a:prstDash val="solid"/>
            <a:miter lim="800000"/>
            <a:headEnd type="none" w="sm" len="sm"/>
            <a:tailEnd type="triangle" w="med" len="med"/>
          </a:ln>
        </p:spPr>
      </p:cxnSp>
      <p:cxnSp>
        <p:nvCxnSpPr>
          <p:cNvPr id="200" name="Google Shape;200;p31"/>
          <p:cNvCxnSpPr>
            <a:cxnSpLocks/>
          </p:cNvCxnSpPr>
          <p:nvPr/>
        </p:nvCxnSpPr>
        <p:spPr>
          <a:xfrm>
            <a:off x="5494968" y="3866510"/>
            <a:ext cx="1644973" cy="236681"/>
          </a:xfrm>
          <a:prstGeom prst="straightConnector1">
            <a:avLst/>
          </a:prstGeom>
          <a:noFill/>
          <a:ln w="38100" cap="flat" cmpd="sng">
            <a:solidFill>
              <a:srgbClr val="7030A0"/>
            </a:solidFill>
            <a:prstDash val="solid"/>
            <a:miter lim="800000"/>
            <a:headEnd type="none" w="sm" len="sm"/>
            <a:tailEnd type="triangle" w="med" len="med"/>
          </a:ln>
        </p:spPr>
      </p:cxnSp>
      <p:sp>
        <p:nvSpPr>
          <p:cNvPr id="201" name="Google Shape;201;p31"/>
          <p:cNvSpPr txBox="1"/>
          <p:nvPr/>
        </p:nvSpPr>
        <p:spPr>
          <a:xfrm>
            <a:off x="6390247" y="2057362"/>
            <a:ext cx="765130" cy="367766"/>
          </a:xfrm>
          <a:prstGeom prst="rect">
            <a:avLst/>
          </a:prstGeom>
          <a:noFill/>
          <a:ln>
            <a:noFill/>
          </a:ln>
        </p:spPr>
        <p:txBody>
          <a:bodyPr spcFirstLastPara="1" wrap="square" lIns="68575" tIns="34275" rIns="68575" bIns="34275" anchor="t" anchorCtr="0">
            <a:noAutofit/>
          </a:bodyPr>
          <a:lstStyle/>
          <a:p>
            <a:r>
              <a:rPr lang="it" sz="1800">
                <a:solidFill>
                  <a:schemeClr val="dk1"/>
                </a:solidFill>
                <a:latin typeface="Calibri"/>
                <a:ea typeface="Calibri"/>
                <a:cs typeface="Calibri"/>
                <a:sym typeface="Calibri"/>
              </a:rPr>
              <a:t>+0.9</a:t>
            </a:r>
            <a:endParaRPr sz="1800">
              <a:solidFill>
                <a:schemeClr val="dk1"/>
              </a:solidFill>
              <a:latin typeface="Calibri"/>
              <a:ea typeface="Calibri"/>
              <a:cs typeface="Calibri"/>
              <a:sym typeface="Calibri"/>
            </a:endParaRPr>
          </a:p>
        </p:txBody>
      </p:sp>
      <p:sp>
        <p:nvSpPr>
          <p:cNvPr id="202" name="Google Shape;202;p31"/>
          <p:cNvSpPr txBox="1"/>
          <p:nvPr/>
        </p:nvSpPr>
        <p:spPr>
          <a:xfrm>
            <a:off x="6474184" y="3732205"/>
            <a:ext cx="756860" cy="367766"/>
          </a:xfrm>
          <a:prstGeom prst="rect">
            <a:avLst/>
          </a:prstGeom>
          <a:noFill/>
          <a:ln>
            <a:noFill/>
          </a:ln>
        </p:spPr>
        <p:txBody>
          <a:bodyPr spcFirstLastPara="1" wrap="square" lIns="68575" tIns="34275" rIns="68575" bIns="34275" anchor="t" anchorCtr="0">
            <a:noAutofit/>
          </a:bodyPr>
          <a:lstStyle/>
          <a:p>
            <a:r>
              <a:rPr lang="it" sz="1800">
                <a:solidFill>
                  <a:schemeClr val="dk1"/>
                </a:solidFill>
                <a:latin typeface="Calibri"/>
                <a:ea typeface="Calibri"/>
                <a:cs typeface="Calibri"/>
                <a:sym typeface="Calibri"/>
              </a:rPr>
              <a:t>-0.5</a:t>
            </a:r>
            <a:endParaRPr sz="1800">
              <a:solidFill>
                <a:schemeClr val="dk1"/>
              </a:solidFill>
              <a:latin typeface="Calibri"/>
              <a:ea typeface="Calibri"/>
              <a:cs typeface="Calibri"/>
              <a:sym typeface="Calibri"/>
            </a:endParaRPr>
          </a:p>
        </p:txBody>
      </p:sp>
      <p:sp>
        <p:nvSpPr>
          <p:cNvPr id="203" name="Google Shape;203;p31"/>
          <p:cNvSpPr txBox="1"/>
          <p:nvPr/>
        </p:nvSpPr>
        <p:spPr>
          <a:xfrm>
            <a:off x="7645627" y="1212009"/>
            <a:ext cx="1211440" cy="895697"/>
          </a:xfrm>
          <a:prstGeom prst="rect">
            <a:avLst/>
          </a:prstGeom>
          <a:noFill/>
          <a:ln>
            <a:noFill/>
          </a:ln>
        </p:spPr>
        <p:txBody>
          <a:bodyPr spcFirstLastPara="1" wrap="square" lIns="68575" tIns="34275" rIns="68575" bIns="34275" anchor="t" anchorCtr="0">
            <a:noAutofit/>
          </a:bodyPr>
          <a:lstStyle/>
          <a:p>
            <a:r>
              <a:rPr lang="it" sz="5000">
                <a:solidFill>
                  <a:schemeClr val="dk1"/>
                </a:solidFill>
                <a:latin typeface="Calibri"/>
                <a:ea typeface="Calibri"/>
                <a:cs typeface="Calibri"/>
                <a:sym typeface="Calibri"/>
              </a:rPr>
              <a:t>+1</a:t>
            </a:r>
            <a:endParaRPr sz="1400">
              <a:solidFill>
                <a:schemeClr val="dk1"/>
              </a:solidFill>
              <a:latin typeface="Calibri"/>
              <a:ea typeface="Calibri"/>
              <a:cs typeface="Calibri"/>
              <a:sym typeface="Calibri"/>
            </a:endParaRPr>
          </a:p>
        </p:txBody>
      </p:sp>
      <p:sp>
        <p:nvSpPr>
          <p:cNvPr id="204" name="Google Shape;204;p31"/>
          <p:cNvSpPr txBox="1"/>
          <p:nvPr/>
        </p:nvSpPr>
        <p:spPr>
          <a:xfrm>
            <a:off x="7677442" y="4160540"/>
            <a:ext cx="1135959" cy="841783"/>
          </a:xfrm>
          <a:prstGeom prst="rect">
            <a:avLst/>
          </a:prstGeom>
          <a:noFill/>
          <a:ln>
            <a:noFill/>
          </a:ln>
        </p:spPr>
        <p:txBody>
          <a:bodyPr spcFirstLastPara="1" wrap="square" lIns="68575" tIns="34275" rIns="68575" bIns="34275" anchor="t" anchorCtr="0">
            <a:noAutofit/>
          </a:bodyPr>
          <a:lstStyle/>
          <a:p>
            <a:r>
              <a:rPr lang="it" sz="5000">
                <a:solidFill>
                  <a:schemeClr val="dk1"/>
                </a:solidFill>
                <a:latin typeface="Calibri"/>
                <a:ea typeface="Calibri"/>
                <a:cs typeface="Calibri"/>
                <a:sym typeface="Calibri"/>
              </a:rPr>
              <a:t>-1</a:t>
            </a:r>
            <a:endParaRPr sz="1400">
              <a:solidFill>
                <a:schemeClr val="dk1"/>
              </a:solidFill>
              <a:latin typeface="Calibri"/>
              <a:ea typeface="Calibri"/>
              <a:cs typeface="Calibri"/>
              <a:sym typeface="Calibri"/>
            </a:endParaRPr>
          </a:p>
        </p:txBody>
      </p:sp>
      <p:sp>
        <p:nvSpPr>
          <p:cNvPr id="205" name="Google Shape;205;p31"/>
          <p:cNvSpPr txBox="1">
            <a:spLocks noGrp="1"/>
          </p:cNvSpPr>
          <p:nvPr>
            <p:ph type="title"/>
          </p:nvPr>
        </p:nvSpPr>
        <p:spPr>
          <a:xfrm>
            <a:off x="1072174" y="363599"/>
            <a:ext cx="6928826" cy="853200"/>
          </a:xfrm>
          <a:noFill/>
          <a:ln>
            <a:noFill/>
          </a:ln>
        </p:spPr>
        <p:txBody>
          <a:bodyPr spcFirstLastPara="1" vert="horz" wrap="square" lIns="68575" tIns="34275" rIns="68575" bIns="34275" rtlCol="0" anchor="ctr" anchorCtr="0">
            <a:normAutofit/>
          </a:bodyPr>
          <a:lstStyle/>
          <a:p>
            <a:r>
              <a:rPr lang="en-GB"/>
              <a:t>SENTIMENT ANALYSIS</a:t>
            </a:r>
            <a:endParaRPr lang="en-GB">
              <a:sym typeface="Arial"/>
            </a:endParaRPr>
          </a:p>
        </p:txBody>
      </p:sp>
      <p:pic>
        <p:nvPicPr>
          <p:cNvPr id="2" name="Picture 1" descr="A diagram of different colors of the same color&#10;&#10;Description automatically generated">
            <a:extLst>
              <a:ext uri="{FF2B5EF4-FFF2-40B4-BE49-F238E27FC236}">
                <a16:creationId xmlns:a16="http://schemas.microsoft.com/office/drawing/2014/main" id="{76C56C38-311F-8261-F09F-8FE3EFF29C42}"/>
              </a:ext>
            </a:extLst>
          </p:cNvPr>
          <p:cNvPicPr>
            <a:picLocks noChangeAspect="1"/>
          </p:cNvPicPr>
          <p:nvPr/>
        </p:nvPicPr>
        <p:blipFill>
          <a:blip r:embed="rId3"/>
          <a:stretch>
            <a:fillRect/>
          </a:stretch>
        </p:blipFill>
        <p:spPr>
          <a:xfrm>
            <a:off x="347551" y="1871730"/>
            <a:ext cx="2507456" cy="2543041"/>
          </a:xfrm>
          <a:prstGeom prst="rect">
            <a:avLst/>
          </a:prstGeom>
        </p:spPr>
      </p:pic>
    </p:spTree>
    <p:extLst>
      <p:ext uri="{BB962C8B-B14F-4D97-AF65-F5344CB8AC3E}">
        <p14:creationId xmlns:p14="http://schemas.microsoft.com/office/powerpoint/2010/main" val="33920116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81">
          <a:extLst>
            <a:ext uri="{FF2B5EF4-FFF2-40B4-BE49-F238E27FC236}">
              <a16:creationId xmlns:a16="http://schemas.microsoft.com/office/drawing/2014/main" id="{463A5774-5ECB-DBC6-7C36-C390318F7036}"/>
            </a:ext>
          </a:extLst>
        </p:cNvPr>
        <p:cNvGrpSpPr/>
        <p:nvPr/>
      </p:nvGrpSpPr>
      <p:grpSpPr>
        <a:xfrm>
          <a:off x="0" y="0"/>
          <a:ext cx="0" cy="0"/>
          <a:chOff x="0" y="0"/>
          <a:chExt cx="0" cy="0"/>
        </a:xfrm>
      </p:grpSpPr>
      <p:sp>
        <p:nvSpPr>
          <p:cNvPr id="182" name="Google Shape;182;p30">
            <a:extLst>
              <a:ext uri="{FF2B5EF4-FFF2-40B4-BE49-F238E27FC236}">
                <a16:creationId xmlns:a16="http://schemas.microsoft.com/office/drawing/2014/main" id="{D684E32A-E1AD-B89C-62EB-AB916D684D74}"/>
              </a:ext>
            </a:extLst>
          </p:cNvPr>
          <p:cNvSpPr/>
          <p:nvPr/>
        </p:nvSpPr>
        <p:spPr>
          <a:xfrm rot="-5400000">
            <a:off x="3082936" y="2943407"/>
            <a:ext cx="2751667" cy="585953"/>
          </a:xfrm>
          <a:prstGeom prst="lef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1800"/>
          </a:p>
        </p:txBody>
      </p:sp>
      <p:sp>
        <p:nvSpPr>
          <p:cNvPr id="183" name="Google Shape;183;p30">
            <a:extLst>
              <a:ext uri="{FF2B5EF4-FFF2-40B4-BE49-F238E27FC236}">
                <a16:creationId xmlns:a16="http://schemas.microsoft.com/office/drawing/2014/main" id="{0EBD7E27-CFB9-596F-E9BA-CD17A3DD412F}"/>
              </a:ext>
            </a:extLst>
          </p:cNvPr>
          <p:cNvSpPr/>
          <p:nvPr/>
        </p:nvSpPr>
        <p:spPr>
          <a:xfrm>
            <a:off x="2411649" y="2810670"/>
            <a:ext cx="4094239" cy="512297"/>
          </a:xfrm>
          <a:prstGeom prst="lef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1800"/>
          </a:p>
        </p:txBody>
      </p:sp>
      <p:sp>
        <p:nvSpPr>
          <p:cNvPr id="188" name="Google Shape;188;p30">
            <a:extLst>
              <a:ext uri="{FF2B5EF4-FFF2-40B4-BE49-F238E27FC236}">
                <a16:creationId xmlns:a16="http://schemas.microsoft.com/office/drawing/2014/main" id="{80999151-123B-FFF5-3FD1-55EC4D9604E0}"/>
              </a:ext>
            </a:extLst>
          </p:cNvPr>
          <p:cNvSpPr txBox="1">
            <a:spLocks noGrp="1"/>
          </p:cNvSpPr>
          <p:nvPr>
            <p:ph type="title"/>
          </p:nvPr>
        </p:nvSpPr>
        <p:spPr>
          <a:xfrm>
            <a:off x="1072174" y="363599"/>
            <a:ext cx="6928826" cy="853200"/>
          </a:xfrm>
          <a:noFill/>
          <a:ln>
            <a:noFill/>
          </a:ln>
        </p:spPr>
        <p:txBody>
          <a:bodyPr spcFirstLastPara="1" vert="horz" wrap="square" lIns="68575" tIns="34275" rIns="68575" bIns="34275" rtlCol="0" anchor="ctr" anchorCtr="0">
            <a:normAutofit/>
          </a:bodyPr>
          <a:lstStyle/>
          <a:p>
            <a:r>
              <a:rPr lang="en-GB" dirty="0"/>
              <a:t>NATURAL LANGUAGE PROCESSING (NLP)</a:t>
            </a:r>
            <a:endParaRPr lang="en-GB" dirty="0">
              <a:sym typeface="Arial"/>
            </a:endParaRPr>
          </a:p>
        </p:txBody>
      </p:sp>
      <p:sp>
        <p:nvSpPr>
          <p:cNvPr id="190" name="Google Shape;190;p30">
            <a:extLst>
              <a:ext uri="{FF2B5EF4-FFF2-40B4-BE49-F238E27FC236}">
                <a16:creationId xmlns:a16="http://schemas.microsoft.com/office/drawing/2014/main" id="{73EE8F33-40C0-15BB-6FCE-76536668BFE2}"/>
              </a:ext>
            </a:extLst>
          </p:cNvPr>
          <p:cNvSpPr txBox="1"/>
          <p:nvPr/>
        </p:nvSpPr>
        <p:spPr>
          <a:xfrm>
            <a:off x="519769" y="2697502"/>
            <a:ext cx="1620359" cy="738633"/>
          </a:xfrm>
          <a:prstGeom prst="rect">
            <a:avLst/>
          </a:prstGeom>
          <a:noFill/>
          <a:ln>
            <a:noFill/>
          </a:ln>
        </p:spPr>
        <p:txBody>
          <a:bodyPr spcFirstLastPara="1" wrap="square" lIns="91425" tIns="91425" rIns="91425" bIns="91425" anchor="t" anchorCtr="0">
            <a:spAutoFit/>
          </a:bodyPr>
          <a:lstStyle/>
          <a:p>
            <a:pPr algn="r"/>
            <a:r>
              <a:rPr lang="it" sz="1800" b="1" dirty="0">
                <a:solidFill>
                  <a:schemeClr val="dk1"/>
                </a:solidFill>
              </a:rPr>
              <a:t>Sentiment Analysis</a:t>
            </a:r>
            <a:endParaRPr sz="1800" b="1" dirty="0">
              <a:solidFill>
                <a:schemeClr val="dk1"/>
              </a:solidFill>
            </a:endParaRPr>
          </a:p>
        </p:txBody>
      </p:sp>
      <p:sp>
        <p:nvSpPr>
          <p:cNvPr id="191" name="Google Shape;191;p30">
            <a:extLst>
              <a:ext uri="{FF2B5EF4-FFF2-40B4-BE49-F238E27FC236}">
                <a16:creationId xmlns:a16="http://schemas.microsoft.com/office/drawing/2014/main" id="{1263184F-EE02-85B6-C403-E902B0368CB7}"/>
              </a:ext>
            </a:extLst>
          </p:cNvPr>
          <p:cNvSpPr txBox="1"/>
          <p:nvPr/>
        </p:nvSpPr>
        <p:spPr>
          <a:xfrm>
            <a:off x="3897834" y="4644745"/>
            <a:ext cx="1348332" cy="461635"/>
          </a:xfrm>
          <a:prstGeom prst="rect">
            <a:avLst/>
          </a:prstGeom>
          <a:noFill/>
          <a:ln>
            <a:noFill/>
          </a:ln>
        </p:spPr>
        <p:txBody>
          <a:bodyPr spcFirstLastPara="1" wrap="square" lIns="91425" tIns="91425" rIns="91425" bIns="91425" anchor="t" anchorCtr="0">
            <a:spAutoFit/>
          </a:bodyPr>
          <a:lstStyle/>
          <a:p>
            <a:r>
              <a:rPr lang="it" sz="1800" b="1" dirty="0">
                <a:solidFill>
                  <a:schemeClr val="dk1"/>
                </a:solidFill>
                <a:highlight>
                  <a:srgbClr val="FFFF00"/>
                </a:highlight>
              </a:rPr>
              <a:t>Word Vectors</a:t>
            </a:r>
            <a:endParaRPr sz="1800" b="1" dirty="0">
              <a:solidFill>
                <a:schemeClr val="dk1"/>
              </a:solidFill>
              <a:highlight>
                <a:srgbClr val="FFFF00"/>
              </a:highlight>
            </a:endParaRPr>
          </a:p>
        </p:txBody>
      </p:sp>
      <p:sp>
        <p:nvSpPr>
          <p:cNvPr id="192" name="Google Shape;192;p30">
            <a:extLst>
              <a:ext uri="{FF2B5EF4-FFF2-40B4-BE49-F238E27FC236}">
                <a16:creationId xmlns:a16="http://schemas.microsoft.com/office/drawing/2014/main" id="{B6F270E2-15DA-7C24-3BBF-50EAAD18A03D}"/>
              </a:ext>
            </a:extLst>
          </p:cNvPr>
          <p:cNvSpPr txBox="1"/>
          <p:nvPr/>
        </p:nvSpPr>
        <p:spPr>
          <a:xfrm>
            <a:off x="6786418" y="2697500"/>
            <a:ext cx="1620359" cy="738633"/>
          </a:xfrm>
          <a:prstGeom prst="rect">
            <a:avLst/>
          </a:prstGeom>
          <a:noFill/>
          <a:ln>
            <a:noFill/>
          </a:ln>
        </p:spPr>
        <p:txBody>
          <a:bodyPr spcFirstLastPara="1" wrap="square" lIns="91425" tIns="91425" rIns="91425" bIns="91425" anchor="t" anchorCtr="0">
            <a:spAutoFit/>
          </a:bodyPr>
          <a:lstStyle/>
          <a:p>
            <a:r>
              <a:rPr lang="it" sz="1800" b="1" dirty="0">
                <a:solidFill>
                  <a:schemeClr val="dk1"/>
                </a:solidFill>
              </a:rPr>
              <a:t>Topic Modeling</a:t>
            </a:r>
            <a:endParaRPr sz="1800" b="1" dirty="0">
              <a:solidFill>
                <a:schemeClr val="dk1"/>
              </a:solidFill>
            </a:endParaRPr>
          </a:p>
        </p:txBody>
      </p:sp>
      <p:pic>
        <p:nvPicPr>
          <p:cNvPr id="3" name="Picture 2">
            <a:extLst>
              <a:ext uri="{FF2B5EF4-FFF2-40B4-BE49-F238E27FC236}">
                <a16:creationId xmlns:a16="http://schemas.microsoft.com/office/drawing/2014/main" id="{3BD5EDE0-35B7-B5DE-047E-AEF52C6CB667}"/>
              </a:ext>
            </a:extLst>
          </p:cNvPr>
          <p:cNvPicPr>
            <a:picLocks noChangeAspect="1"/>
          </p:cNvPicPr>
          <p:nvPr/>
        </p:nvPicPr>
        <p:blipFill rotWithShape="1">
          <a:blip r:embed="rId3">
            <a:extLst>
              <a:ext uri="{837473B0-CC2E-450A-ABE3-18F120FF3D39}">
                <a1611:picAttrSrcUrl xmlns:a1611="http://schemas.microsoft.com/office/drawing/2016/11/main" r:id="rId4"/>
              </a:ext>
            </a:extLst>
          </a:blip>
          <a:srcRect l="18424" t="10193" r="16029" b="309"/>
          <a:stretch/>
        </p:blipFill>
        <p:spPr>
          <a:xfrm>
            <a:off x="3746436" y="2602400"/>
            <a:ext cx="1424666" cy="1311864"/>
          </a:xfrm>
          <a:prstGeom prst="rect">
            <a:avLst/>
          </a:prstGeom>
        </p:spPr>
      </p:pic>
      <p:sp>
        <p:nvSpPr>
          <p:cNvPr id="4" name="Google Shape;191;p30">
            <a:extLst>
              <a:ext uri="{FF2B5EF4-FFF2-40B4-BE49-F238E27FC236}">
                <a16:creationId xmlns:a16="http://schemas.microsoft.com/office/drawing/2014/main" id="{AE675CA9-DE2E-A522-1A04-FF14B7C7DD37}"/>
              </a:ext>
            </a:extLst>
          </p:cNvPr>
          <p:cNvSpPr txBox="1"/>
          <p:nvPr/>
        </p:nvSpPr>
        <p:spPr>
          <a:xfrm>
            <a:off x="3559125" y="1334084"/>
            <a:ext cx="1802410" cy="461635"/>
          </a:xfrm>
          <a:prstGeom prst="rect">
            <a:avLst/>
          </a:prstGeom>
          <a:noFill/>
          <a:ln>
            <a:noFill/>
          </a:ln>
        </p:spPr>
        <p:txBody>
          <a:bodyPr spcFirstLastPara="1" wrap="square" lIns="91425" tIns="91425" rIns="91425" bIns="91425" anchor="t" anchorCtr="0">
            <a:spAutoFit/>
          </a:bodyPr>
          <a:lstStyle/>
          <a:p>
            <a:r>
              <a:rPr lang="it" sz="1800" b="1" dirty="0">
                <a:solidFill>
                  <a:schemeClr val="dk1"/>
                </a:solidFill>
              </a:rPr>
              <a:t>Corpus analysis</a:t>
            </a:r>
          </a:p>
        </p:txBody>
      </p:sp>
    </p:spTree>
    <p:extLst>
      <p:ext uri="{BB962C8B-B14F-4D97-AF65-F5344CB8AC3E}">
        <p14:creationId xmlns:p14="http://schemas.microsoft.com/office/powerpoint/2010/main" val="37633224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32"/>
          <p:cNvSpPr txBox="1">
            <a:spLocks noGrp="1"/>
          </p:cNvSpPr>
          <p:nvPr>
            <p:ph type="title"/>
          </p:nvPr>
        </p:nvSpPr>
        <p:spPr>
          <a:xfrm>
            <a:off x="1072174" y="363599"/>
            <a:ext cx="6928826" cy="853200"/>
          </a:xfrm>
          <a:noFill/>
          <a:ln>
            <a:noFill/>
          </a:ln>
        </p:spPr>
        <p:txBody>
          <a:bodyPr spcFirstLastPara="1" vert="horz" wrap="square" lIns="68575" tIns="34275" rIns="68575" bIns="34275" rtlCol="0" anchor="ctr" anchorCtr="0">
            <a:normAutofit/>
          </a:bodyPr>
          <a:lstStyle/>
          <a:p>
            <a:r>
              <a:rPr lang="en-GB"/>
              <a:t>WORD VECTORS</a:t>
            </a:r>
            <a:endParaRPr lang="en-GB">
              <a:sym typeface="Arial"/>
            </a:endParaRPr>
          </a:p>
        </p:txBody>
      </p:sp>
      <p:pic>
        <p:nvPicPr>
          <p:cNvPr id="219" name="Google Shape;219;p32"/>
          <p:cNvPicPr preferRelativeResize="0"/>
          <p:nvPr/>
        </p:nvPicPr>
        <p:blipFill rotWithShape="1">
          <a:blip r:embed="rId3">
            <a:alphaModFix/>
          </a:blip>
          <a:srcRect l="25378" r="17647"/>
          <a:stretch/>
        </p:blipFill>
        <p:spPr>
          <a:xfrm>
            <a:off x="5997724" y="1413919"/>
            <a:ext cx="2936438" cy="3159338"/>
          </a:xfrm>
          <a:prstGeom prst="rect">
            <a:avLst/>
          </a:prstGeom>
          <a:noFill/>
          <a:ln>
            <a:noFill/>
          </a:ln>
        </p:spPr>
      </p:pic>
      <p:pic>
        <p:nvPicPr>
          <p:cNvPr id="3" name="Picture 2" descr="A group of books with red arrows&#10;&#10;Description automatically generated">
            <a:extLst>
              <a:ext uri="{FF2B5EF4-FFF2-40B4-BE49-F238E27FC236}">
                <a16:creationId xmlns:a16="http://schemas.microsoft.com/office/drawing/2014/main" id="{A8083BC1-1AEF-15F8-F148-1967716502CA}"/>
              </a:ext>
            </a:extLst>
          </p:cNvPr>
          <p:cNvPicPr>
            <a:picLocks noChangeAspect="1"/>
          </p:cNvPicPr>
          <p:nvPr/>
        </p:nvPicPr>
        <p:blipFill>
          <a:blip r:embed="rId4"/>
          <a:stretch>
            <a:fillRect/>
          </a:stretch>
        </p:blipFill>
        <p:spPr>
          <a:xfrm>
            <a:off x="386032" y="1576950"/>
            <a:ext cx="5029200" cy="3121819"/>
          </a:xfrm>
          <a:prstGeom prst="rect">
            <a:avLst/>
          </a:prstGeom>
        </p:spPr>
      </p:pic>
    </p:spTree>
    <p:extLst>
      <p:ext uri="{BB962C8B-B14F-4D97-AF65-F5344CB8AC3E}">
        <p14:creationId xmlns:p14="http://schemas.microsoft.com/office/powerpoint/2010/main" val="23177430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81">
          <a:extLst>
            <a:ext uri="{FF2B5EF4-FFF2-40B4-BE49-F238E27FC236}">
              <a16:creationId xmlns:a16="http://schemas.microsoft.com/office/drawing/2014/main" id="{7E89B661-0EF9-3109-48AC-17A180ABFEE3}"/>
            </a:ext>
          </a:extLst>
        </p:cNvPr>
        <p:cNvGrpSpPr/>
        <p:nvPr/>
      </p:nvGrpSpPr>
      <p:grpSpPr>
        <a:xfrm>
          <a:off x="0" y="0"/>
          <a:ext cx="0" cy="0"/>
          <a:chOff x="0" y="0"/>
          <a:chExt cx="0" cy="0"/>
        </a:xfrm>
      </p:grpSpPr>
      <p:sp>
        <p:nvSpPr>
          <p:cNvPr id="182" name="Google Shape;182;p30">
            <a:extLst>
              <a:ext uri="{FF2B5EF4-FFF2-40B4-BE49-F238E27FC236}">
                <a16:creationId xmlns:a16="http://schemas.microsoft.com/office/drawing/2014/main" id="{AC4F69A2-4F16-AF9F-38D0-E7B5DAB28404}"/>
              </a:ext>
            </a:extLst>
          </p:cNvPr>
          <p:cNvSpPr/>
          <p:nvPr/>
        </p:nvSpPr>
        <p:spPr>
          <a:xfrm rot="-5400000">
            <a:off x="3082936" y="2943407"/>
            <a:ext cx="2751667" cy="585953"/>
          </a:xfrm>
          <a:prstGeom prst="lef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1800"/>
          </a:p>
        </p:txBody>
      </p:sp>
      <p:sp>
        <p:nvSpPr>
          <p:cNvPr id="183" name="Google Shape;183;p30">
            <a:extLst>
              <a:ext uri="{FF2B5EF4-FFF2-40B4-BE49-F238E27FC236}">
                <a16:creationId xmlns:a16="http://schemas.microsoft.com/office/drawing/2014/main" id="{14E86AC5-381B-84E7-2208-02E4782B5413}"/>
              </a:ext>
            </a:extLst>
          </p:cNvPr>
          <p:cNvSpPr/>
          <p:nvPr/>
        </p:nvSpPr>
        <p:spPr>
          <a:xfrm>
            <a:off x="2411649" y="2810670"/>
            <a:ext cx="4094239" cy="512297"/>
          </a:xfrm>
          <a:prstGeom prst="lef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endParaRPr sz="1800"/>
          </a:p>
        </p:txBody>
      </p:sp>
      <p:sp>
        <p:nvSpPr>
          <p:cNvPr id="188" name="Google Shape;188;p30">
            <a:extLst>
              <a:ext uri="{FF2B5EF4-FFF2-40B4-BE49-F238E27FC236}">
                <a16:creationId xmlns:a16="http://schemas.microsoft.com/office/drawing/2014/main" id="{44CAEF66-CDDC-3BC5-5185-F70614B4798D}"/>
              </a:ext>
            </a:extLst>
          </p:cNvPr>
          <p:cNvSpPr txBox="1">
            <a:spLocks noGrp="1"/>
          </p:cNvSpPr>
          <p:nvPr>
            <p:ph type="title"/>
          </p:nvPr>
        </p:nvSpPr>
        <p:spPr>
          <a:xfrm>
            <a:off x="1072174" y="363599"/>
            <a:ext cx="6928826" cy="853200"/>
          </a:xfrm>
          <a:noFill/>
          <a:ln>
            <a:noFill/>
          </a:ln>
        </p:spPr>
        <p:txBody>
          <a:bodyPr spcFirstLastPara="1" vert="horz" wrap="square" lIns="68575" tIns="34275" rIns="68575" bIns="34275" rtlCol="0" anchor="ctr" anchorCtr="0">
            <a:normAutofit/>
          </a:bodyPr>
          <a:lstStyle/>
          <a:p>
            <a:r>
              <a:rPr lang="en-GB" dirty="0"/>
              <a:t>NATURAL LANGUAGE PROCESSING (NLP)</a:t>
            </a:r>
            <a:endParaRPr lang="en-GB" dirty="0">
              <a:sym typeface="Arial"/>
            </a:endParaRPr>
          </a:p>
        </p:txBody>
      </p:sp>
      <p:sp>
        <p:nvSpPr>
          <p:cNvPr id="190" name="Google Shape;190;p30">
            <a:extLst>
              <a:ext uri="{FF2B5EF4-FFF2-40B4-BE49-F238E27FC236}">
                <a16:creationId xmlns:a16="http://schemas.microsoft.com/office/drawing/2014/main" id="{0120A390-8E95-51EC-21E0-0A42352F1A97}"/>
              </a:ext>
            </a:extLst>
          </p:cNvPr>
          <p:cNvSpPr txBox="1"/>
          <p:nvPr/>
        </p:nvSpPr>
        <p:spPr>
          <a:xfrm>
            <a:off x="519769" y="2697502"/>
            <a:ext cx="1620359" cy="738633"/>
          </a:xfrm>
          <a:prstGeom prst="rect">
            <a:avLst/>
          </a:prstGeom>
          <a:noFill/>
          <a:ln>
            <a:noFill/>
          </a:ln>
        </p:spPr>
        <p:txBody>
          <a:bodyPr spcFirstLastPara="1" wrap="square" lIns="91425" tIns="91425" rIns="91425" bIns="91425" anchor="t" anchorCtr="0">
            <a:spAutoFit/>
          </a:bodyPr>
          <a:lstStyle/>
          <a:p>
            <a:pPr algn="r"/>
            <a:r>
              <a:rPr lang="it" sz="1800" b="1" dirty="0">
                <a:solidFill>
                  <a:schemeClr val="dk1"/>
                </a:solidFill>
              </a:rPr>
              <a:t>Sentiment Analysis</a:t>
            </a:r>
            <a:endParaRPr sz="1800" b="1" dirty="0">
              <a:solidFill>
                <a:schemeClr val="dk1"/>
              </a:solidFill>
            </a:endParaRPr>
          </a:p>
        </p:txBody>
      </p:sp>
      <p:sp>
        <p:nvSpPr>
          <p:cNvPr id="191" name="Google Shape;191;p30">
            <a:extLst>
              <a:ext uri="{FF2B5EF4-FFF2-40B4-BE49-F238E27FC236}">
                <a16:creationId xmlns:a16="http://schemas.microsoft.com/office/drawing/2014/main" id="{DFEA7F8A-9402-4D13-3AF2-85324B31D56E}"/>
              </a:ext>
            </a:extLst>
          </p:cNvPr>
          <p:cNvSpPr txBox="1"/>
          <p:nvPr/>
        </p:nvSpPr>
        <p:spPr>
          <a:xfrm>
            <a:off x="3897834" y="4644745"/>
            <a:ext cx="1348332" cy="461635"/>
          </a:xfrm>
          <a:prstGeom prst="rect">
            <a:avLst/>
          </a:prstGeom>
          <a:noFill/>
          <a:ln>
            <a:noFill/>
          </a:ln>
        </p:spPr>
        <p:txBody>
          <a:bodyPr spcFirstLastPara="1" wrap="square" lIns="91425" tIns="91425" rIns="91425" bIns="91425" anchor="t" anchorCtr="0">
            <a:spAutoFit/>
          </a:bodyPr>
          <a:lstStyle/>
          <a:p>
            <a:r>
              <a:rPr lang="it" sz="1800" b="1" dirty="0">
                <a:solidFill>
                  <a:schemeClr val="dk1"/>
                </a:solidFill>
              </a:rPr>
              <a:t>Word Vectors</a:t>
            </a:r>
            <a:endParaRPr sz="1800" b="1" dirty="0">
              <a:solidFill>
                <a:schemeClr val="dk1"/>
              </a:solidFill>
            </a:endParaRPr>
          </a:p>
        </p:txBody>
      </p:sp>
      <p:sp>
        <p:nvSpPr>
          <p:cNvPr id="192" name="Google Shape;192;p30">
            <a:extLst>
              <a:ext uri="{FF2B5EF4-FFF2-40B4-BE49-F238E27FC236}">
                <a16:creationId xmlns:a16="http://schemas.microsoft.com/office/drawing/2014/main" id="{0343C299-78FC-7067-4EEB-A82E1F1D8A18}"/>
              </a:ext>
            </a:extLst>
          </p:cNvPr>
          <p:cNvSpPr txBox="1"/>
          <p:nvPr/>
        </p:nvSpPr>
        <p:spPr>
          <a:xfrm>
            <a:off x="6786418" y="2697500"/>
            <a:ext cx="1620359" cy="738633"/>
          </a:xfrm>
          <a:prstGeom prst="rect">
            <a:avLst/>
          </a:prstGeom>
          <a:noFill/>
          <a:ln>
            <a:noFill/>
          </a:ln>
        </p:spPr>
        <p:txBody>
          <a:bodyPr spcFirstLastPara="1" wrap="square" lIns="91425" tIns="91425" rIns="91425" bIns="91425" anchor="t" anchorCtr="0">
            <a:spAutoFit/>
          </a:bodyPr>
          <a:lstStyle/>
          <a:p>
            <a:r>
              <a:rPr lang="it" sz="1800" b="1" dirty="0">
                <a:solidFill>
                  <a:schemeClr val="dk1"/>
                </a:solidFill>
                <a:highlight>
                  <a:srgbClr val="FFFF00"/>
                </a:highlight>
              </a:rPr>
              <a:t>Topic Modeling</a:t>
            </a:r>
            <a:endParaRPr sz="1800" b="1" dirty="0">
              <a:solidFill>
                <a:schemeClr val="dk1"/>
              </a:solidFill>
              <a:highlight>
                <a:srgbClr val="FFFF00"/>
              </a:highlight>
            </a:endParaRPr>
          </a:p>
        </p:txBody>
      </p:sp>
      <p:pic>
        <p:nvPicPr>
          <p:cNvPr id="3" name="Picture 2">
            <a:extLst>
              <a:ext uri="{FF2B5EF4-FFF2-40B4-BE49-F238E27FC236}">
                <a16:creationId xmlns:a16="http://schemas.microsoft.com/office/drawing/2014/main" id="{DAB87946-B1A8-750C-0BF5-93093592A493}"/>
              </a:ext>
            </a:extLst>
          </p:cNvPr>
          <p:cNvPicPr>
            <a:picLocks noChangeAspect="1"/>
          </p:cNvPicPr>
          <p:nvPr/>
        </p:nvPicPr>
        <p:blipFill rotWithShape="1">
          <a:blip r:embed="rId3">
            <a:extLst>
              <a:ext uri="{837473B0-CC2E-450A-ABE3-18F120FF3D39}">
                <a1611:picAttrSrcUrl xmlns:a1611="http://schemas.microsoft.com/office/drawing/2016/11/main" r:id="rId4"/>
              </a:ext>
            </a:extLst>
          </a:blip>
          <a:srcRect l="18424" t="10193" r="16029" b="309"/>
          <a:stretch/>
        </p:blipFill>
        <p:spPr>
          <a:xfrm>
            <a:off x="3746436" y="2602400"/>
            <a:ext cx="1424666" cy="1311864"/>
          </a:xfrm>
          <a:prstGeom prst="rect">
            <a:avLst/>
          </a:prstGeom>
        </p:spPr>
      </p:pic>
      <p:sp>
        <p:nvSpPr>
          <p:cNvPr id="4" name="Google Shape;191;p30">
            <a:extLst>
              <a:ext uri="{FF2B5EF4-FFF2-40B4-BE49-F238E27FC236}">
                <a16:creationId xmlns:a16="http://schemas.microsoft.com/office/drawing/2014/main" id="{000F75F5-301F-3257-4E0E-4A66766BA242}"/>
              </a:ext>
            </a:extLst>
          </p:cNvPr>
          <p:cNvSpPr txBox="1"/>
          <p:nvPr/>
        </p:nvSpPr>
        <p:spPr>
          <a:xfrm>
            <a:off x="3559125" y="1334084"/>
            <a:ext cx="1802410" cy="461635"/>
          </a:xfrm>
          <a:prstGeom prst="rect">
            <a:avLst/>
          </a:prstGeom>
          <a:noFill/>
          <a:ln>
            <a:noFill/>
          </a:ln>
        </p:spPr>
        <p:txBody>
          <a:bodyPr spcFirstLastPara="1" wrap="square" lIns="91425" tIns="91425" rIns="91425" bIns="91425" anchor="t" anchorCtr="0">
            <a:spAutoFit/>
          </a:bodyPr>
          <a:lstStyle/>
          <a:p>
            <a:r>
              <a:rPr lang="it" sz="1800" b="1" dirty="0">
                <a:solidFill>
                  <a:schemeClr val="dk1"/>
                </a:solidFill>
              </a:rPr>
              <a:t>Corpus analysis</a:t>
            </a:r>
          </a:p>
        </p:txBody>
      </p:sp>
    </p:spTree>
    <p:extLst>
      <p:ext uri="{BB962C8B-B14F-4D97-AF65-F5344CB8AC3E}">
        <p14:creationId xmlns:p14="http://schemas.microsoft.com/office/powerpoint/2010/main" val="23159602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52" name="Google Shape;152;p27"/>
          <p:cNvSpPr txBox="1">
            <a:spLocks noGrp="1"/>
          </p:cNvSpPr>
          <p:nvPr>
            <p:ph type="title"/>
          </p:nvPr>
        </p:nvSpPr>
        <p:spPr>
          <a:prstGeom prst="rect">
            <a:avLst/>
          </a:prstGeom>
          <a:noFill/>
          <a:ln>
            <a:noFill/>
          </a:ln>
        </p:spPr>
        <p:txBody>
          <a:bodyPr spcFirstLastPara="1" vert="horz" wrap="square" lIns="68575" tIns="34275" rIns="68575" bIns="34275" rtlCol="0" anchor="ctr" anchorCtr="0">
            <a:normAutofit/>
          </a:bodyPr>
          <a:lstStyle/>
          <a:p>
            <a:pPr algn="ctr">
              <a:lnSpc>
                <a:spcPct val="90000"/>
              </a:lnSpc>
              <a:spcBef>
                <a:spcPts val="0"/>
              </a:spcBef>
              <a:buClr>
                <a:schemeClr val="lt1"/>
              </a:buClr>
              <a:buSzPts val="2700"/>
            </a:pPr>
            <a:r>
              <a:rPr lang="it" dirty="0"/>
              <a:t>TOPIC MODELS</a:t>
            </a:r>
            <a:endParaRPr dirty="0">
              <a:sym typeface="Arial"/>
            </a:endParaRPr>
          </a:p>
        </p:txBody>
      </p:sp>
      <p:pic>
        <p:nvPicPr>
          <p:cNvPr id="2050" name="Picture 2" descr="LDA Model in Topic Modelling| Mining Online Customer Reviews| Topic  Modelling &amp; NLP in Machine Learning | by Vasu Khanna | Medium">
            <a:extLst>
              <a:ext uri="{FF2B5EF4-FFF2-40B4-BE49-F238E27FC236}">
                <a16:creationId xmlns:a16="http://schemas.microsoft.com/office/drawing/2014/main" id="{8D5C47EB-D183-5764-C4EA-3B2F650A89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57651" y="1740694"/>
            <a:ext cx="4742188" cy="3174206"/>
          </a:xfrm>
          <a:prstGeom prst="rect">
            <a:avLst/>
          </a:prstGeom>
          <a:noFill/>
          <a:extLst>
            <a:ext uri="{909E8E84-426E-40DD-AFC4-6F175D3DCCD1}">
              <a14:hiddenFill xmlns:a14="http://schemas.microsoft.com/office/drawing/2010/main">
                <a:solidFill>
                  <a:srgbClr val="FFFFFF"/>
                </a:solidFill>
              </a14:hiddenFill>
            </a:ext>
          </a:extLst>
        </p:spPr>
      </p:pic>
      <p:sp>
        <p:nvSpPr>
          <p:cNvPr id="5" name="Content Placeholder 3">
            <a:extLst>
              <a:ext uri="{FF2B5EF4-FFF2-40B4-BE49-F238E27FC236}">
                <a16:creationId xmlns:a16="http://schemas.microsoft.com/office/drawing/2014/main" id="{11D492F7-CBC0-3DEA-106C-A17DF81FDCD8}"/>
              </a:ext>
            </a:extLst>
          </p:cNvPr>
          <p:cNvSpPr>
            <a:spLocks noGrp="1"/>
          </p:cNvSpPr>
          <p:nvPr>
            <p:ph idx="1"/>
          </p:nvPr>
        </p:nvSpPr>
        <p:spPr>
          <a:xfrm>
            <a:off x="561975" y="1216799"/>
            <a:ext cx="3586091" cy="3698101"/>
          </a:xfrm>
        </p:spPr>
        <p:txBody>
          <a:bodyPr>
            <a:normAutofit/>
          </a:bodyPr>
          <a:lstStyle/>
          <a:p>
            <a:pPr>
              <a:buFont typeface="Arial" panose="020B0604020202020204" pitchFamily="34" charset="0"/>
              <a:buChar char="•"/>
            </a:pPr>
            <a:r>
              <a:rPr lang="en-GB" dirty="0"/>
              <a:t>Topic models are statistical models used to discover abstract topics or themes within a collection of documents.</a:t>
            </a:r>
          </a:p>
          <a:p>
            <a:pPr lvl="1">
              <a:buFont typeface="Arial" panose="020B0604020202020204" pitchFamily="34" charset="0"/>
              <a:buChar char="•"/>
            </a:pPr>
            <a:r>
              <a:rPr lang="en-GB" dirty="0"/>
              <a:t>They help uncover latent patterns and structures in large text corpora without prior knowledge of the topics.</a:t>
            </a:r>
          </a:p>
          <a:p>
            <a:pPr lvl="1">
              <a:buFont typeface="Arial" panose="020B0604020202020204" pitchFamily="34" charset="0"/>
              <a:buChar char="•"/>
            </a:pPr>
            <a:r>
              <a:rPr lang="en-GB" dirty="0"/>
              <a:t>Topic models view each document as a mixture of topics, where a topic is a distribution over words.</a:t>
            </a:r>
          </a:p>
          <a:p>
            <a:pPr>
              <a:buFont typeface="Arial" panose="020B0604020202020204" pitchFamily="34" charset="0"/>
              <a:buChar char="•"/>
            </a:pPr>
            <a:r>
              <a:rPr lang="en-GB" dirty="0"/>
              <a:t>By analysing word co-occurrences across documents, topic models identify common themes and group words that frequently appear together.</a:t>
            </a:r>
          </a:p>
          <a:p>
            <a:endParaRPr lang="en-GB"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45393-BC50-8A26-1B80-AC6AE0A0C6FB}"/>
              </a:ext>
            </a:extLst>
          </p:cNvPr>
          <p:cNvSpPr>
            <a:spLocks noGrp="1"/>
          </p:cNvSpPr>
          <p:nvPr>
            <p:ph type="title"/>
          </p:nvPr>
        </p:nvSpPr>
        <p:spPr/>
        <p:txBody>
          <a:bodyPr/>
          <a:lstStyle/>
          <a:p>
            <a:r>
              <a:rPr lang="en-GB" dirty="0"/>
              <a:t>Word Vectors: Thematic Neighbourhoods</a:t>
            </a:r>
          </a:p>
        </p:txBody>
      </p:sp>
      <p:sp>
        <p:nvSpPr>
          <p:cNvPr id="3" name="Content Placeholder 2">
            <a:extLst>
              <a:ext uri="{FF2B5EF4-FFF2-40B4-BE49-F238E27FC236}">
                <a16:creationId xmlns:a16="http://schemas.microsoft.com/office/drawing/2014/main" id="{B02C1690-B71F-5A0A-E1ED-E013727DCC72}"/>
              </a:ext>
            </a:extLst>
          </p:cNvPr>
          <p:cNvSpPr>
            <a:spLocks noGrp="1"/>
          </p:cNvSpPr>
          <p:nvPr>
            <p:ph idx="1"/>
          </p:nvPr>
        </p:nvSpPr>
        <p:spPr>
          <a:xfrm>
            <a:off x="768096" y="1875750"/>
            <a:ext cx="3349869" cy="2941028"/>
          </a:xfrm>
        </p:spPr>
        <p:txBody>
          <a:bodyPr>
            <a:normAutofit/>
          </a:bodyPr>
          <a:lstStyle/>
          <a:p>
            <a:r>
              <a:rPr lang="en-GB" dirty="0"/>
              <a:t>Word vectors are </a:t>
            </a:r>
            <a:r>
              <a:rPr lang="en-GB" b="1" dirty="0"/>
              <a:t>mathematical representations of words</a:t>
            </a:r>
            <a:r>
              <a:rPr lang="en-GB" dirty="0"/>
              <a:t>.</a:t>
            </a:r>
          </a:p>
          <a:p>
            <a:r>
              <a:rPr lang="en-GB" dirty="0"/>
              <a:t>They </a:t>
            </a:r>
            <a:r>
              <a:rPr lang="en-GB" b="1" dirty="0"/>
              <a:t>model semantic neighbourhoods </a:t>
            </a:r>
            <a:r>
              <a:rPr lang="en-GB" dirty="0"/>
              <a:t>by mapping them to high-dimensional numerical vectors.</a:t>
            </a:r>
          </a:p>
          <a:p>
            <a:r>
              <a:rPr lang="en-GB" dirty="0"/>
              <a:t>These vectors </a:t>
            </a:r>
            <a:r>
              <a:rPr lang="en-GB" b="1" dirty="0"/>
              <a:t>encode relationships between words based on shared contexts </a:t>
            </a:r>
            <a:r>
              <a:rPr lang="en-GB" dirty="0"/>
              <a:t>in a corpus of text.</a:t>
            </a:r>
          </a:p>
        </p:txBody>
      </p:sp>
      <p:sp>
        <p:nvSpPr>
          <p:cNvPr id="4" name="Slide Number Placeholder 3">
            <a:extLst>
              <a:ext uri="{FF2B5EF4-FFF2-40B4-BE49-F238E27FC236}">
                <a16:creationId xmlns:a16="http://schemas.microsoft.com/office/drawing/2014/main" id="{31A9C54B-035E-900C-B97C-2E53B4193EEF}"/>
              </a:ext>
            </a:extLst>
          </p:cNvPr>
          <p:cNvSpPr>
            <a:spLocks noGrp="1"/>
          </p:cNvSpPr>
          <p:nvPr>
            <p:ph type="sldNum" sz="quarter" idx="12"/>
          </p:nvPr>
        </p:nvSpPr>
        <p:spPr/>
        <p:txBody>
          <a:bodyPr/>
          <a:lstStyle/>
          <a:p>
            <a:fld id="{69E57DC2-970A-4B3E-BB1C-7A09969E49DF}" type="slidenum">
              <a:rPr lang="en-US" smtClean="0"/>
              <a:t>29</a:t>
            </a:fld>
            <a:endParaRPr lang="en-US" dirty="0"/>
          </a:p>
        </p:txBody>
      </p:sp>
      <p:sp>
        <p:nvSpPr>
          <p:cNvPr id="6" name="TextBox 5">
            <a:extLst>
              <a:ext uri="{FF2B5EF4-FFF2-40B4-BE49-F238E27FC236}">
                <a16:creationId xmlns:a16="http://schemas.microsoft.com/office/drawing/2014/main" id="{3F1A525E-E1D2-EA28-0385-7A6F4A1A94C1}"/>
              </a:ext>
            </a:extLst>
          </p:cNvPr>
          <p:cNvSpPr txBox="1"/>
          <p:nvPr/>
        </p:nvSpPr>
        <p:spPr>
          <a:xfrm>
            <a:off x="5038784" y="3671534"/>
            <a:ext cx="2697039" cy="578428"/>
          </a:xfrm>
          <a:prstGeom prst="rect">
            <a:avLst/>
          </a:prstGeom>
          <a:noFill/>
        </p:spPr>
        <p:txBody>
          <a:bodyPr wrap="square">
            <a:spAutoFit/>
          </a:bodyPr>
          <a:lstStyle/>
          <a:p>
            <a:r>
              <a:rPr lang="en-GB" sz="1053" dirty="0">
                <a:latin typeface="Calibri" panose="020F0502020204030204" pitchFamily="34" charset="0"/>
                <a:hlinkClick r:id="rId3"/>
              </a:rPr>
              <a:t>https://medium.com/@kashyapkathrani/all-about-embeddings-829c8ff0bf5b</a:t>
            </a:r>
            <a:endParaRPr lang="en-GB" sz="1053" dirty="0">
              <a:latin typeface="Calibri" panose="020F0502020204030204" pitchFamily="34" charset="0"/>
            </a:endParaRPr>
          </a:p>
          <a:p>
            <a:endParaRPr lang="en-GB" sz="1053" dirty="0">
              <a:latin typeface="Calibri" panose="020F0502020204030204" pitchFamily="34" charset="0"/>
            </a:endParaRPr>
          </a:p>
        </p:txBody>
      </p:sp>
      <p:pic>
        <p:nvPicPr>
          <p:cNvPr id="7" name="Picture 6">
            <a:extLst>
              <a:ext uri="{FF2B5EF4-FFF2-40B4-BE49-F238E27FC236}">
                <a16:creationId xmlns:a16="http://schemas.microsoft.com/office/drawing/2014/main" id="{F54142B2-F52F-418F-476E-463B8BD7CB9E}"/>
              </a:ext>
            </a:extLst>
          </p:cNvPr>
          <p:cNvPicPr>
            <a:picLocks noChangeAspect="1"/>
          </p:cNvPicPr>
          <p:nvPr/>
        </p:nvPicPr>
        <p:blipFill>
          <a:blip r:embed="rId4"/>
          <a:stretch>
            <a:fillRect/>
          </a:stretch>
        </p:blipFill>
        <p:spPr>
          <a:xfrm>
            <a:off x="4453588" y="1025998"/>
            <a:ext cx="3399458" cy="2549594"/>
          </a:xfrm>
          <a:prstGeom prst="rect">
            <a:avLst/>
          </a:prstGeom>
        </p:spPr>
      </p:pic>
    </p:spTree>
    <p:extLst>
      <p:ext uri="{BB962C8B-B14F-4D97-AF65-F5344CB8AC3E}">
        <p14:creationId xmlns:p14="http://schemas.microsoft.com/office/powerpoint/2010/main" val="34554320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07"/>
        <p:cNvGrpSpPr/>
        <p:nvPr/>
      </p:nvGrpSpPr>
      <p:grpSpPr>
        <a:xfrm>
          <a:off x="0" y="0"/>
          <a:ext cx="0" cy="0"/>
          <a:chOff x="0" y="0"/>
          <a:chExt cx="0" cy="0"/>
        </a:xfrm>
      </p:grpSpPr>
      <p:pic>
        <p:nvPicPr>
          <p:cNvPr id="613" name="Google Shape;613;p54"/>
          <p:cNvPicPr preferRelativeResize="0"/>
          <p:nvPr/>
        </p:nvPicPr>
        <p:blipFill rotWithShape="1">
          <a:blip r:embed="rId3">
            <a:alphaModFix/>
          </a:blip>
          <a:srcRect/>
          <a:stretch/>
        </p:blipFill>
        <p:spPr>
          <a:xfrm>
            <a:off x="141153" y="1800287"/>
            <a:ext cx="8861700" cy="2956200"/>
          </a:xfrm>
          <a:prstGeom prst="rect">
            <a:avLst/>
          </a:prstGeom>
          <a:noFill/>
          <a:ln>
            <a:noFill/>
          </a:ln>
        </p:spPr>
      </p:pic>
      <p:sp>
        <p:nvSpPr>
          <p:cNvPr id="3" name="Title 2">
            <a:extLst>
              <a:ext uri="{FF2B5EF4-FFF2-40B4-BE49-F238E27FC236}">
                <a16:creationId xmlns:a16="http://schemas.microsoft.com/office/drawing/2014/main" id="{F37D2BDF-C93D-D451-5341-2C49FDE1850B}"/>
              </a:ext>
            </a:extLst>
          </p:cNvPr>
          <p:cNvSpPr>
            <a:spLocks noGrp="1"/>
          </p:cNvSpPr>
          <p:nvPr>
            <p:ph type="title"/>
          </p:nvPr>
        </p:nvSpPr>
        <p:spPr/>
        <p:txBody>
          <a:bodyPr/>
          <a:lstStyle/>
          <a:p>
            <a:r>
              <a:rPr lang="en-GB" dirty="0"/>
              <a:t>Word vectors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35"/>
        <p:cNvGrpSpPr/>
        <p:nvPr/>
      </p:nvGrpSpPr>
      <p:grpSpPr>
        <a:xfrm>
          <a:off x="0" y="0"/>
          <a:ext cx="0" cy="0"/>
          <a:chOff x="0" y="0"/>
          <a:chExt cx="0" cy="0"/>
        </a:xfrm>
      </p:grpSpPr>
      <p:sp>
        <p:nvSpPr>
          <p:cNvPr id="636" name="Google Shape;636;p57"/>
          <p:cNvSpPr txBox="1">
            <a:spLocks noGrp="1"/>
          </p:cNvSpPr>
          <p:nvPr>
            <p:ph type="title"/>
          </p:nvPr>
        </p:nvSpPr>
        <p:spPr>
          <a:xfrm>
            <a:off x="628650" y="559594"/>
            <a:ext cx="7886700" cy="994200"/>
          </a:xfrm>
          <a:prstGeom prst="rect">
            <a:avLst/>
          </a:prstGeom>
          <a:noFill/>
          <a:ln>
            <a:noFill/>
          </a:ln>
        </p:spPr>
        <p:txBody>
          <a:bodyPr spcFirstLastPara="1" vert="horz" wrap="square" lIns="68575" tIns="34275" rIns="68575" bIns="34275" rtlCol="0" anchor="ctr" anchorCtr="0">
            <a:normAutofit/>
          </a:bodyPr>
          <a:lstStyle/>
          <a:p>
            <a:pPr algn="ctr">
              <a:lnSpc>
                <a:spcPct val="90000"/>
              </a:lnSpc>
              <a:spcBef>
                <a:spcPts val="0"/>
              </a:spcBef>
              <a:buClr>
                <a:schemeClr val="lt1"/>
              </a:buClr>
              <a:buSzPts val="2700"/>
            </a:pPr>
            <a:r>
              <a:rPr lang="it" dirty="0"/>
              <a:t>DERIVATIONS</a:t>
            </a:r>
            <a:endParaRPr dirty="0">
              <a:sym typeface="Arial"/>
            </a:endParaRPr>
          </a:p>
        </p:txBody>
      </p:sp>
      <p:pic>
        <p:nvPicPr>
          <p:cNvPr id="641" name="Google Shape;641;p57"/>
          <p:cNvPicPr preferRelativeResize="0"/>
          <p:nvPr/>
        </p:nvPicPr>
        <p:blipFill rotWithShape="1">
          <a:blip r:embed="rId3">
            <a:alphaModFix/>
          </a:blip>
          <a:srcRect t="11471" b="20002"/>
          <a:stretch/>
        </p:blipFill>
        <p:spPr>
          <a:xfrm>
            <a:off x="821514" y="1553800"/>
            <a:ext cx="7500974" cy="3539126"/>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sp>
        <p:nvSpPr>
          <p:cNvPr id="508" name="Google Shape;508;p47"/>
          <p:cNvSpPr txBox="1">
            <a:spLocks noGrp="1"/>
          </p:cNvSpPr>
          <p:nvPr>
            <p:ph type="title"/>
          </p:nvPr>
        </p:nvSpPr>
        <p:spPr>
          <a:xfrm>
            <a:off x="628650" y="559594"/>
            <a:ext cx="7886700" cy="994200"/>
          </a:xfrm>
          <a:prstGeom prst="rect">
            <a:avLst/>
          </a:prstGeom>
          <a:noFill/>
          <a:ln>
            <a:noFill/>
          </a:ln>
        </p:spPr>
        <p:txBody>
          <a:bodyPr spcFirstLastPara="1" vert="horz" wrap="square" lIns="68575" tIns="34275" rIns="68575" bIns="34275" rtlCol="0" anchor="ctr" anchorCtr="0">
            <a:normAutofit/>
          </a:bodyPr>
          <a:lstStyle/>
          <a:p>
            <a:pPr algn="ctr">
              <a:lnSpc>
                <a:spcPct val="90000"/>
              </a:lnSpc>
              <a:spcBef>
                <a:spcPts val="0"/>
              </a:spcBef>
              <a:buClr>
                <a:schemeClr val="lt1"/>
              </a:buClr>
              <a:buSzPts val="2700"/>
            </a:pPr>
            <a:r>
              <a:rPr lang="it" dirty="0"/>
              <a:t>MACHINE LEARNING &amp; WORD EMBEDDINGS</a:t>
            </a:r>
            <a:endParaRPr dirty="0">
              <a:sym typeface="Arial"/>
            </a:endParaRPr>
          </a:p>
        </p:txBody>
      </p:sp>
      <p:pic>
        <p:nvPicPr>
          <p:cNvPr id="509" name="Google Shape;509;p47"/>
          <p:cNvPicPr preferRelativeResize="0"/>
          <p:nvPr/>
        </p:nvPicPr>
        <p:blipFill rotWithShape="1">
          <a:blip r:embed="rId3">
            <a:alphaModFix/>
          </a:blip>
          <a:srcRect l="11305" r="13325"/>
          <a:stretch/>
        </p:blipFill>
        <p:spPr>
          <a:xfrm>
            <a:off x="4048750" y="2230989"/>
            <a:ext cx="4976024" cy="2893475"/>
          </a:xfrm>
          <a:prstGeom prst="rect">
            <a:avLst/>
          </a:prstGeom>
          <a:noFill/>
          <a:ln>
            <a:noFill/>
          </a:ln>
        </p:spPr>
      </p:pic>
      <p:sp>
        <p:nvSpPr>
          <p:cNvPr id="510" name="Google Shape;510;p47"/>
          <p:cNvSpPr/>
          <p:nvPr/>
        </p:nvSpPr>
        <p:spPr>
          <a:xfrm>
            <a:off x="6978425" y="2715647"/>
            <a:ext cx="748800" cy="2229900"/>
          </a:xfrm>
          <a:prstGeom prst="frame">
            <a:avLst>
              <a:gd name="adj1" fmla="val 5175"/>
            </a:avLst>
          </a:prstGeom>
          <a:solidFill>
            <a:srgbClr val="FF0000"/>
          </a:solidFill>
          <a:ln w="12700" cap="flat" cmpd="sng">
            <a:solidFill>
              <a:srgbClr val="31538F"/>
            </a:solidFill>
            <a:prstDash val="solid"/>
            <a:miter lim="800000"/>
            <a:headEnd type="none" w="sm" len="sm"/>
            <a:tailEnd type="none" w="sm" len="sm"/>
          </a:ln>
        </p:spPr>
        <p:txBody>
          <a:bodyPr spcFirstLastPara="1" wrap="square" lIns="68575" tIns="34275" rIns="68575" bIns="34275" anchor="ctr" anchorCtr="0">
            <a:noAutofit/>
          </a:bodyPr>
          <a:lstStyle/>
          <a:p>
            <a:pPr algn="ctr"/>
            <a:endParaRPr sz="1400">
              <a:solidFill>
                <a:schemeClr val="dk1"/>
              </a:solidFill>
              <a:latin typeface="Arial"/>
              <a:ea typeface="Arial"/>
              <a:cs typeface="Arial"/>
              <a:sym typeface="Arial"/>
            </a:endParaRPr>
          </a:p>
        </p:txBody>
      </p:sp>
      <p:sp>
        <p:nvSpPr>
          <p:cNvPr id="511" name="Google Shape;511;p47"/>
          <p:cNvSpPr/>
          <p:nvPr/>
        </p:nvSpPr>
        <p:spPr>
          <a:xfrm>
            <a:off x="4048825" y="1573325"/>
            <a:ext cx="4976100" cy="458400"/>
          </a:xfrm>
          <a:prstGeom prst="rect">
            <a:avLst/>
          </a:pr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algn="ctr"/>
            <a:r>
              <a:rPr lang="it" sz="1800" dirty="0">
                <a:latin typeface="Calibri" panose="020F0502020204030204" pitchFamily="34" charset="0"/>
              </a:rPr>
              <a:t>“try to guess the …. word in this sentence”</a:t>
            </a:r>
            <a:endParaRPr sz="1800" dirty="0">
              <a:latin typeface="Calibri" panose="020F0502020204030204" pitchFamily="34" charset="0"/>
            </a:endParaRPr>
          </a:p>
        </p:txBody>
      </p:sp>
      <p:sp>
        <p:nvSpPr>
          <p:cNvPr id="516" name="Google Shape;516;p47"/>
          <p:cNvSpPr txBox="1"/>
          <p:nvPr/>
        </p:nvSpPr>
        <p:spPr>
          <a:xfrm>
            <a:off x="7727225" y="2706226"/>
            <a:ext cx="1169100" cy="2215961"/>
          </a:xfrm>
          <a:prstGeom prst="rect">
            <a:avLst/>
          </a:prstGeom>
          <a:solidFill>
            <a:srgbClr val="FEB359"/>
          </a:solidFill>
          <a:ln>
            <a:noFill/>
          </a:ln>
        </p:spPr>
        <p:txBody>
          <a:bodyPr spcFirstLastPara="1" wrap="square" lIns="91425" tIns="91425" rIns="91425" bIns="91425" anchor="t" anchorCtr="0">
            <a:spAutoFit/>
          </a:bodyPr>
          <a:lstStyle/>
          <a:p>
            <a:r>
              <a:rPr lang="it" sz="1100" dirty="0">
                <a:latin typeface="Calibri" panose="020F0502020204030204" pitchFamily="34" charset="0"/>
              </a:rPr>
              <a:t>0.124</a:t>
            </a:r>
            <a:endParaRPr sz="1100" dirty="0">
              <a:latin typeface="Calibri" panose="020F0502020204030204" pitchFamily="34" charset="0"/>
            </a:endParaRPr>
          </a:p>
          <a:p>
            <a:r>
              <a:rPr lang="it" sz="1100" dirty="0">
                <a:latin typeface="Calibri" panose="020F0502020204030204" pitchFamily="34" charset="0"/>
              </a:rPr>
              <a:t>1.436</a:t>
            </a:r>
            <a:endParaRPr sz="1100" dirty="0">
              <a:latin typeface="Calibri" panose="020F0502020204030204" pitchFamily="34" charset="0"/>
            </a:endParaRPr>
          </a:p>
          <a:p>
            <a:r>
              <a:rPr lang="it" sz="1100" dirty="0">
                <a:latin typeface="Calibri" panose="020F0502020204030204" pitchFamily="34" charset="0"/>
              </a:rPr>
              <a:t>1.003</a:t>
            </a:r>
            <a:endParaRPr sz="1100" dirty="0">
              <a:latin typeface="Calibri" panose="020F0502020204030204" pitchFamily="34" charset="0"/>
            </a:endParaRPr>
          </a:p>
          <a:p>
            <a:r>
              <a:rPr lang="it" sz="1100" dirty="0">
                <a:latin typeface="Calibri" panose="020F0502020204030204" pitchFamily="34" charset="0"/>
              </a:rPr>
              <a:t>0.561</a:t>
            </a:r>
            <a:endParaRPr sz="1100" dirty="0">
              <a:latin typeface="Calibri" panose="020F0502020204030204" pitchFamily="34" charset="0"/>
            </a:endParaRPr>
          </a:p>
          <a:p>
            <a:r>
              <a:rPr lang="it" sz="1100" dirty="0">
                <a:latin typeface="Calibri" panose="020F0502020204030204" pitchFamily="34" charset="0"/>
              </a:rPr>
              <a:t>1.543</a:t>
            </a:r>
            <a:endParaRPr sz="1100" dirty="0">
              <a:latin typeface="Calibri" panose="020F0502020204030204" pitchFamily="34" charset="0"/>
            </a:endParaRPr>
          </a:p>
          <a:p>
            <a:r>
              <a:rPr lang="it" sz="1100" dirty="0">
                <a:latin typeface="Calibri" panose="020F0502020204030204" pitchFamily="34" charset="0"/>
              </a:rPr>
              <a:t>0.443</a:t>
            </a:r>
            <a:endParaRPr sz="1100" dirty="0">
              <a:latin typeface="Calibri" panose="020F0502020204030204" pitchFamily="34" charset="0"/>
            </a:endParaRPr>
          </a:p>
          <a:p>
            <a:r>
              <a:rPr lang="it" sz="1100" dirty="0">
                <a:latin typeface="Calibri" panose="020F0502020204030204" pitchFamily="34" charset="0"/>
              </a:rPr>
              <a:t>1.514</a:t>
            </a:r>
            <a:endParaRPr sz="1100" dirty="0">
              <a:latin typeface="Calibri" panose="020F0502020204030204" pitchFamily="34" charset="0"/>
            </a:endParaRPr>
          </a:p>
          <a:p>
            <a:r>
              <a:rPr lang="it" sz="1100" dirty="0">
                <a:latin typeface="Calibri" panose="020F0502020204030204" pitchFamily="34" charset="0"/>
              </a:rPr>
              <a:t>1.610</a:t>
            </a:r>
            <a:endParaRPr sz="1100" dirty="0">
              <a:latin typeface="Calibri" panose="020F0502020204030204" pitchFamily="34" charset="0"/>
            </a:endParaRPr>
          </a:p>
          <a:p>
            <a:pPr>
              <a:buClr>
                <a:schemeClr val="dk1"/>
              </a:buClr>
              <a:buSzPts val="1100"/>
            </a:pPr>
            <a:r>
              <a:rPr lang="it" sz="1100" dirty="0">
                <a:solidFill>
                  <a:schemeClr val="dk1"/>
                </a:solidFill>
                <a:latin typeface="Calibri" panose="020F0502020204030204" pitchFamily="34" charset="0"/>
              </a:rPr>
              <a:t>0.443</a:t>
            </a:r>
            <a:endParaRPr sz="1100" dirty="0">
              <a:solidFill>
                <a:schemeClr val="dk1"/>
              </a:solidFill>
              <a:latin typeface="Calibri" panose="020F0502020204030204" pitchFamily="34" charset="0"/>
            </a:endParaRPr>
          </a:p>
          <a:p>
            <a:pPr>
              <a:buClr>
                <a:schemeClr val="dk1"/>
              </a:buClr>
              <a:buSzPts val="1100"/>
            </a:pPr>
            <a:r>
              <a:rPr lang="it" sz="1100" dirty="0">
                <a:solidFill>
                  <a:schemeClr val="dk1"/>
                </a:solidFill>
                <a:latin typeface="Calibri" panose="020F0502020204030204" pitchFamily="34" charset="0"/>
              </a:rPr>
              <a:t>1.514</a:t>
            </a:r>
            <a:endParaRPr sz="1100" dirty="0">
              <a:solidFill>
                <a:schemeClr val="dk1"/>
              </a:solidFill>
              <a:latin typeface="Calibri" panose="020F0502020204030204" pitchFamily="34" charset="0"/>
            </a:endParaRPr>
          </a:p>
          <a:p>
            <a:r>
              <a:rPr lang="it" sz="1100" dirty="0">
                <a:solidFill>
                  <a:schemeClr val="dk1"/>
                </a:solidFill>
                <a:latin typeface="Calibri" panose="020F0502020204030204" pitchFamily="34" charset="0"/>
              </a:rPr>
              <a:t>1.610</a:t>
            </a:r>
            <a:endParaRPr sz="1100" dirty="0">
              <a:solidFill>
                <a:schemeClr val="dk1"/>
              </a:solidFill>
              <a:latin typeface="Calibri" panose="020F0502020204030204" pitchFamily="34" charset="0"/>
            </a:endParaRPr>
          </a:p>
          <a:p>
            <a:pPr>
              <a:buClr>
                <a:schemeClr val="dk1"/>
              </a:buClr>
              <a:buSzPts val="1100"/>
            </a:pPr>
            <a:r>
              <a:rPr lang="it" sz="1100" dirty="0">
                <a:solidFill>
                  <a:schemeClr val="dk1"/>
                </a:solidFill>
                <a:latin typeface="Calibri" panose="020F0502020204030204" pitchFamily="34" charset="0"/>
              </a:rPr>
              <a:t>0.443</a:t>
            </a:r>
            <a:endParaRPr sz="1100" dirty="0">
              <a:solidFill>
                <a:schemeClr val="dk1"/>
              </a:solidFill>
              <a:latin typeface="Calibri" panose="020F0502020204030204" pitchFamily="34" charset="0"/>
            </a:endParaRPr>
          </a:p>
        </p:txBody>
      </p:sp>
      <p:pic>
        <p:nvPicPr>
          <p:cNvPr id="517" name="Google Shape;517;p47"/>
          <p:cNvPicPr preferRelativeResize="0"/>
          <p:nvPr/>
        </p:nvPicPr>
        <p:blipFill rotWithShape="1">
          <a:blip r:embed="rId4">
            <a:alphaModFix/>
          </a:blip>
          <a:srcRect t="12033"/>
          <a:stretch/>
        </p:blipFill>
        <p:spPr>
          <a:xfrm>
            <a:off x="0" y="2231000"/>
            <a:ext cx="3960474" cy="2030526"/>
          </a:xfrm>
          <a:prstGeom prst="rect">
            <a:avLst/>
          </a:prstGeom>
          <a:noFill/>
          <a:ln w="9525" cap="flat" cmpd="sng">
            <a:solidFill>
              <a:srgbClr val="000000"/>
            </a:solidFill>
            <a:prstDash val="solid"/>
            <a:round/>
            <a:headEnd type="none" w="sm" len="sm"/>
            <a:tailEnd type="none" w="sm" len="sm"/>
          </a:ln>
        </p:spPr>
      </p:pic>
      <p:sp>
        <p:nvSpPr>
          <p:cNvPr id="518" name="Google Shape;518;p47"/>
          <p:cNvSpPr txBox="1"/>
          <p:nvPr/>
        </p:nvSpPr>
        <p:spPr>
          <a:xfrm>
            <a:off x="634278" y="4261526"/>
            <a:ext cx="2691900" cy="738633"/>
          </a:xfrm>
          <a:prstGeom prst="rect">
            <a:avLst/>
          </a:prstGeom>
          <a:solidFill>
            <a:srgbClr val="FFFFFF"/>
          </a:solidFill>
          <a:ln w="9525" cap="flat" cmpd="sng">
            <a:solidFill>
              <a:srgbClr val="0000FF"/>
            </a:solidFill>
            <a:prstDash val="solid"/>
            <a:round/>
            <a:headEnd type="none" w="sm" len="sm"/>
            <a:tailEnd type="none" w="sm" len="sm"/>
          </a:ln>
        </p:spPr>
        <p:txBody>
          <a:bodyPr spcFirstLastPara="1" wrap="square" lIns="91425" tIns="91425" rIns="91425" bIns="91425" anchor="t" anchorCtr="0">
            <a:spAutoFit/>
          </a:bodyPr>
          <a:lstStyle/>
          <a:p>
            <a:r>
              <a:rPr lang="it" sz="1800" u="sng" dirty="0">
                <a:solidFill>
                  <a:srgbClr val="009688"/>
                </a:solidFill>
                <a:latin typeface="Calibri" panose="020F0502020204030204" pitchFamily="34" charset="0"/>
                <a:hlinkClick r:id="rId5">
                  <a:extLst>
                    <a:ext uri="{A12FA001-AC4F-418D-AE19-62706E023703}">
                      <ahyp:hlinkClr xmlns:ahyp="http://schemas.microsoft.com/office/drawing/2018/hyperlinkcolor" val="tx"/>
                    </a:ext>
                  </a:extLst>
                </a:hlinkClick>
              </a:rPr>
              <a:t>https://arxiv.org/abs/1301.3781</a:t>
            </a:r>
            <a:r>
              <a:rPr lang="it" sz="1800" dirty="0">
                <a:latin typeface="Calibri" panose="020F0502020204030204" pitchFamily="34" charset="0"/>
              </a:rPr>
              <a:t> </a:t>
            </a:r>
            <a:endParaRPr sz="1800" dirty="0">
              <a:latin typeface="Calibri" panose="020F0502020204030204" pitchFamily="3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7E22EED-EF9F-0C46-BD56-F7FBD6A2DFE8}"/>
              </a:ext>
            </a:extLst>
          </p:cNvPr>
          <p:cNvSpPr>
            <a:spLocks noGrp="1"/>
          </p:cNvSpPr>
          <p:nvPr>
            <p:ph type="title"/>
          </p:nvPr>
        </p:nvSpPr>
        <p:spPr/>
        <p:txBody>
          <a:bodyPr>
            <a:normAutofit/>
          </a:bodyPr>
          <a:lstStyle/>
          <a:p>
            <a:r>
              <a:rPr lang="en-US" dirty="0"/>
              <a:t>Getting Started</a:t>
            </a:r>
          </a:p>
        </p:txBody>
      </p:sp>
      <p:sp>
        <p:nvSpPr>
          <p:cNvPr id="6" name="Content Placeholder 5">
            <a:extLst>
              <a:ext uri="{FF2B5EF4-FFF2-40B4-BE49-F238E27FC236}">
                <a16:creationId xmlns:a16="http://schemas.microsoft.com/office/drawing/2014/main" id="{5DF808DF-6E77-5143-B319-FE6B8076B210}"/>
              </a:ext>
            </a:extLst>
          </p:cNvPr>
          <p:cNvSpPr>
            <a:spLocks noGrp="1"/>
          </p:cNvSpPr>
          <p:nvPr>
            <p:ph sz="half" idx="1"/>
          </p:nvPr>
        </p:nvSpPr>
        <p:spPr/>
        <p:txBody>
          <a:bodyPr>
            <a:normAutofit fontScale="92500" lnSpcReduction="20000"/>
          </a:bodyPr>
          <a:lstStyle/>
          <a:p>
            <a:r>
              <a:rPr lang="en-GB" altLang="de-DE" dirty="0"/>
              <a:t>Consider </a:t>
            </a:r>
            <a:r>
              <a:rPr lang="en-GB" altLang="de-DE" b="1" dirty="0"/>
              <a:t>whether you really need computational text analysis</a:t>
            </a:r>
          </a:p>
          <a:p>
            <a:pPr lvl="1"/>
            <a:r>
              <a:rPr lang="en-GB" altLang="de-DE" dirty="0"/>
              <a:t>Can you easily read the texts yourself? </a:t>
            </a:r>
          </a:p>
          <a:p>
            <a:r>
              <a:rPr lang="en-GB" altLang="de-DE" dirty="0"/>
              <a:t>Consider </a:t>
            </a:r>
            <a:r>
              <a:rPr lang="en-GB" altLang="de-DE" b="1" dirty="0"/>
              <a:t>whether and where you can obtain text data</a:t>
            </a:r>
          </a:p>
          <a:p>
            <a:r>
              <a:rPr lang="en-GB" altLang="de-DE" dirty="0"/>
              <a:t>Think about how to </a:t>
            </a:r>
            <a:r>
              <a:rPr lang="en-GB" altLang="de-DE" b="1" dirty="0"/>
              <a:t>compose your corpus</a:t>
            </a:r>
            <a:r>
              <a:rPr lang="en-GB" altLang="de-DE" dirty="0"/>
              <a:t>: criteria and representativeness</a:t>
            </a:r>
          </a:p>
          <a:p>
            <a:r>
              <a:rPr lang="en-GB" altLang="de-DE" dirty="0"/>
              <a:t>Be aware that you can </a:t>
            </a:r>
            <a:r>
              <a:rPr lang="en-GB" altLang="de-DE" b="1" dirty="0"/>
              <a:t>build complex arguments with simple methods</a:t>
            </a:r>
          </a:p>
          <a:p>
            <a:pPr lvl="1"/>
            <a:r>
              <a:rPr lang="en-GB" altLang="de-DE" dirty="0"/>
              <a:t>Contrast vocabulary of different </a:t>
            </a:r>
            <a:r>
              <a:rPr lang="en-GB" altLang="de-DE" dirty="0" err="1"/>
              <a:t>corpora</a:t>
            </a:r>
            <a:r>
              <a:rPr lang="en-GB" altLang="de-DE" dirty="0"/>
              <a:t> (e.g. which words are overrepresented?)</a:t>
            </a:r>
          </a:p>
          <a:p>
            <a:pPr lvl="1"/>
            <a:r>
              <a:rPr lang="en-GB" altLang="de-DE" dirty="0"/>
              <a:t>Trace the frequency of particular words or phrases</a:t>
            </a:r>
          </a:p>
          <a:p>
            <a:pPr lvl="1"/>
            <a:r>
              <a:rPr lang="en-GB" altLang="de-DE" dirty="0"/>
              <a:t>Explore semantic neighbourhoods around a theme (word vectors)</a:t>
            </a:r>
          </a:p>
        </p:txBody>
      </p:sp>
      <p:sp>
        <p:nvSpPr>
          <p:cNvPr id="7" name="Content Placeholder 6">
            <a:extLst>
              <a:ext uri="{FF2B5EF4-FFF2-40B4-BE49-F238E27FC236}">
                <a16:creationId xmlns:a16="http://schemas.microsoft.com/office/drawing/2014/main" id="{E5CA183E-09EF-7030-244B-92234722EA41}"/>
              </a:ext>
            </a:extLst>
          </p:cNvPr>
          <p:cNvSpPr>
            <a:spLocks noGrp="1"/>
          </p:cNvSpPr>
          <p:nvPr>
            <p:ph sz="half" idx="2"/>
          </p:nvPr>
        </p:nvSpPr>
        <p:spPr/>
        <p:txBody>
          <a:bodyPr>
            <a:normAutofit fontScale="92500" lnSpcReduction="20000"/>
          </a:bodyPr>
          <a:lstStyle/>
          <a:p>
            <a:endParaRPr lang="en-GB"/>
          </a:p>
        </p:txBody>
      </p:sp>
      <p:sp>
        <p:nvSpPr>
          <p:cNvPr id="2" name="Date Placeholder 1">
            <a:extLst>
              <a:ext uri="{FF2B5EF4-FFF2-40B4-BE49-F238E27FC236}">
                <a16:creationId xmlns:a16="http://schemas.microsoft.com/office/drawing/2014/main" id="{1511AB0C-061D-942B-3786-0F85391EB83C}"/>
              </a:ext>
            </a:extLst>
          </p:cNvPr>
          <p:cNvSpPr>
            <a:spLocks noGrp="1"/>
          </p:cNvSpPr>
          <p:nvPr>
            <p:ph type="dt" sz="half" idx="10"/>
          </p:nvPr>
        </p:nvSpPr>
        <p:spPr/>
        <p:txBody>
          <a:bodyPr/>
          <a:lstStyle/>
          <a:p>
            <a:r>
              <a:rPr lang="en-GB"/>
              <a:t>Digital Methods Summer School 2026</a:t>
            </a:r>
            <a:endParaRPr lang="en-GB" dirty="0"/>
          </a:p>
        </p:txBody>
      </p:sp>
      <p:sp>
        <p:nvSpPr>
          <p:cNvPr id="3" name="Footer Placeholder 2">
            <a:extLst>
              <a:ext uri="{FF2B5EF4-FFF2-40B4-BE49-F238E27FC236}">
                <a16:creationId xmlns:a16="http://schemas.microsoft.com/office/drawing/2014/main" id="{4792B371-DA54-2FA0-2E2E-E32ACF56153D}"/>
              </a:ext>
            </a:extLst>
          </p:cNvPr>
          <p:cNvSpPr>
            <a:spLocks noGrp="1"/>
          </p:cNvSpPr>
          <p:nvPr>
            <p:ph type="ftr" sz="quarter" idx="3"/>
          </p:nvPr>
        </p:nvSpPr>
        <p:spPr/>
        <p:txBody>
          <a:bodyPr/>
          <a:lstStyle/>
          <a:p>
            <a:r>
              <a:rPr lang="en-GB"/>
              <a:t>Text Analysis with R</a:t>
            </a:r>
            <a:endParaRPr lang="en-GB" dirty="0"/>
          </a:p>
        </p:txBody>
      </p:sp>
      <p:sp>
        <p:nvSpPr>
          <p:cNvPr id="4" name="Slide Number Placeholder 3">
            <a:extLst>
              <a:ext uri="{FF2B5EF4-FFF2-40B4-BE49-F238E27FC236}">
                <a16:creationId xmlns:a16="http://schemas.microsoft.com/office/drawing/2014/main" id="{167D076E-10CC-5713-A95E-E7D282E4C40E}"/>
              </a:ext>
            </a:extLst>
          </p:cNvPr>
          <p:cNvSpPr>
            <a:spLocks noGrp="1"/>
          </p:cNvSpPr>
          <p:nvPr>
            <p:ph type="sldNum" sz="quarter" idx="4"/>
          </p:nvPr>
        </p:nvSpPr>
        <p:spPr/>
        <p:txBody>
          <a:bodyPr/>
          <a:lstStyle/>
          <a:p>
            <a:fld id="{DBF5BF70-AF59-E844-AFDD-1A12549F0ECB}" type="slidenum">
              <a:rPr lang="en-GB" smtClean="0"/>
              <a:pPr/>
              <a:t>33</a:t>
            </a:fld>
            <a:endParaRPr lang="en-GB"/>
          </a:p>
        </p:txBody>
      </p:sp>
    </p:spTree>
    <p:extLst>
      <p:ext uri="{BB962C8B-B14F-4D97-AF65-F5344CB8AC3E}">
        <p14:creationId xmlns:p14="http://schemas.microsoft.com/office/powerpoint/2010/main" val="16843969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7E22EED-EF9F-0C46-BD56-F7FBD6A2DFE8}"/>
              </a:ext>
            </a:extLst>
          </p:cNvPr>
          <p:cNvSpPr>
            <a:spLocks noGrp="1"/>
          </p:cNvSpPr>
          <p:nvPr>
            <p:ph type="title"/>
          </p:nvPr>
        </p:nvSpPr>
        <p:spPr>
          <a:xfrm>
            <a:off x="1072174" y="363600"/>
            <a:ext cx="6928826" cy="853200"/>
          </a:xfrm>
        </p:spPr>
        <p:txBody>
          <a:bodyPr>
            <a:normAutofit/>
          </a:bodyPr>
          <a:lstStyle/>
          <a:p>
            <a:r>
              <a:rPr lang="en-US" dirty="0"/>
              <a:t>Conclusion</a:t>
            </a:r>
          </a:p>
        </p:txBody>
      </p:sp>
      <p:sp>
        <p:nvSpPr>
          <p:cNvPr id="6" name="Content Placeholder 5">
            <a:extLst>
              <a:ext uri="{FF2B5EF4-FFF2-40B4-BE49-F238E27FC236}">
                <a16:creationId xmlns:a16="http://schemas.microsoft.com/office/drawing/2014/main" id="{5DF808DF-6E77-5143-B319-FE6B8076B210}"/>
              </a:ext>
            </a:extLst>
          </p:cNvPr>
          <p:cNvSpPr>
            <a:spLocks noGrp="1"/>
          </p:cNvSpPr>
          <p:nvPr>
            <p:ph sz="half" idx="1"/>
          </p:nvPr>
        </p:nvSpPr>
        <p:spPr>
          <a:xfrm>
            <a:off x="1071563" y="1371599"/>
            <a:ext cx="3371850" cy="3979861"/>
          </a:xfrm>
        </p:spPr>
        <p:txBody>
          <a:bodyPr>
            <a:noAutofit/>
          </a:bodyPr>
          <a:lstStyle/>
          <a:p>
            <a:r>
              <a:rPr lang="en-GB" altLang="de-DE" b="1" dirty="0"/>
              <a:t>Computational</a:t>
            </a:r>
            <a:r>
              <a:rPr lang="en-GB" altLang="de-DE" dirty="0"/>
              <a:t> </a:t>
            </a:r>
            <a:r>
              <a:rPr lang="en-GB" altLang="de-DE" b="1" dirty="0"/>
              <a:t>Text Analysis </a:t>
            </a:r>
            <a:r>
              <a:rPr lang="en-GB" altLang="de-DE" dirty="0"/>
              <a:t>= computational methods for discovering and extracting information from text data</a:t>
            </a:r>
          </a:p>
          <a:p>
            <a:r>
              <a:rPr lang="en-GB" altLang="de-DE" b="1" dirty="0"/>
              <a:t>Word frequencies</a:t>
            </a:r>
            <a:r>
              <a:rPr lang="en-GB" altLang="de-DE" dirty="0"/>
              <a:t>: counting frequency with which certain words are mentioned in document or collection of documents (corpus)</a:t>
            </a:r>
          </a:p>
          <a:p>
            <a:pPr lvl="1"/>
            <a:r>
              <a:rPr lang="en-GB" altLang="de-DE" dirty="0"/>
              <a:t>Frequency of words does not equal significance</a:t>
            </a:r>
          </a:p>
          <a:p>
            <a:pPr lvl="1"/>
            <a:r>
              <a:rPr lang="en-GB" altLang="de-DE" dirty="0"/>
              <a:t>Unless compared with something, a wordcount gives us nothing</a:t>
            </a:r>
          </a:p>
          <a:p>
            <a:pPr lvl="1"/>
            <a:r>
              <a:rPr lang="en-GB" altLang="de-DE" dirty="0"/>
              <a:t>Requires an ethnographic understanding of texts under consideration</a:t>
            </a:r>
          </a:p>
        </p:txBody>
      </p:sp>
      <p:sp>
        <p:nvSpPr>
          <p:cNvPr id="7" name="Content Placeholder 6">
            <a:extLst>
              <a:ext uri="{FF2B5EF4-FFF2-40B4-BE49-F238E27FC236}">
                <a16:creationId xmlns:a16="http://schemas.microsoft.com/office/drawing/2014/main" id="{EA69B894-C1F8-A7F0-BB6D-ACE95667A768}"/>
              </a:ext>
            </a:extLst>
          </p:cNvPr>
          <p:cNvSpPr>
            <a:spLocks noGrp="1"/>
          </p:cNvSpPr>
          <p:nvPr>
            <p:ph sz="half" idx="2"/>
          </p:nvPr>
        </p:nvSpPr>
        <p:spPr>
          <a:xfrm>
            <a:off x="4629150" y="1371600"/>
            <a:ext cx="3371850" cy="3979862"/>
          </a:xfrm>
        </p:spPr>
        <p:txBody>
          <a:bodyPr>
            <a:normAutofit lnSpcReduction="10000"/>
          </a:bodyPr>
          <a:lstStyle/>
          <a:p>
            <a:r>
              <a:rPr lang="en-GB" altLang="de-DE" dirty="0"/>
              <a:t>Word vectors: </a:t>
            </a:r>
            <a:r>
              <a:rPr lang="en-GB" altLang="de-DE" b="1" dirty="0"/>
              <a:t>word embeddings </a:t>
            </a:r>
            <a:r>
              <a:rPr lang="en-GB" altLang="de-DE" dirty="0"/>
              <a:t>represent words numerically so that words used in similar contexts appear closer together</a:t>
            </a:r>
          </a:p>
          <a:p>
            <a:r>
              <a:rPr lang="en-GB" altLang="de-DE" b="1" dirty="0"/>
              <a:t>Distant reading</a:t>
            </a:r>
            <a:r>
              <a:rPr lang="en-GB" altLang="de-DE" dirty="0"/>
              <a:t>: Application of text analysis in study of literature less about computers than about new ideas about modelling and interpretation</a:t>
            </a:r>
          </a:p>
          <a:p>
            <a:r>
              <a:rPr lang="en-GB" altLang="de-DE" b="1" dirty="0"/>
              <a:t>Limitations</a:t>
            </a:r>
            <a:r>
              <a:rPr lang="en-GB" altLang="de-DE" dirty="0"/>
              <a:t> and critiques: </a:t>
            </a:r>
          </a:p>
          <a:p>
            <a:pPr lvl="1"/>
            <a:r>
              <a:rPr lang="en-GB" altLang="de-DE" dirty="0"/>
              <a:t>Computational text analysis remains crude compared to human reading</a:t>
            </a:r>
          </a:p>
          <a:p>
            <a:pPr lvl="1"/>
            <a:r>
              <a:rPr lang="en-GB" altLang="de-DE" dirty="0"/>
              <a:t>Archives always limited and biased</a:t>
            </a:r>
          </a:p>
          <a:p>
            <a:pPr lvl="1"/>
            <a:r>
              <a:rPr lang="en-GB" altLang="de-DE" dirty="0"/>
              <a:t>But: fear of text analysis displacing other approaches likely unfounded</a:t>
            </a:r>
          </a:p>
        </p:txBody>
      </p:sp>
      <p:sp>
        <p:nvSpPr>
          <p:cNvPr id="2" name="Date Placeholder 1">
            <a:extLst>
              <a:ext uri="{FF2B5EF4-FFF2-40B4-BE49-F238E27FC236}">
                <a16:creationId xmlns:a16="http://schemas.microsoft.com/office/drawing/2014/main" id="{48FEA544-8179-D3FA-1CC8-39B350000B1E}"/>
              </a:ext>
            </a:extLst>
          </p:cNvPr>
          <p:cNvSpPr>
            <a:spLocks noGrp="1"/>
          </p:cNvSpPr>
          <p:nvPr>
            <p:ph type="dt" sz="half" idx="10"/>
          </p:nvPr>
        </p:nvSpPr>
        <p:spPr/>
        <p:txBody>
          <a:bodyPr/>
          <a:lstStyle/>
          <a:p>
            <a:r>
              <a:rPr lang="en-GB"/>
              <a:t>Digital Methods Summer School 2026</a:t>
            </a:r>
            <a:endParaRPr lang="en-GB" dirty="0"/>
          </a:p>
        </p:txBody>
      </p:sp>
      <p:sp>
        <p:nvSpPr>
          <p:cNvPr id="3" name="Footer Placeholder 2">
            <a:extLst>
              <a:ext uri="{FF2B5EF4-FFF2-40B4-BE49-F238E27FC236}">
                <a16:creationId xmlns:a16="http://schemas.microsoft.com/office/drawing/2014/main" id="{DF0FD306-464E-A98E-20F8-CD960F59079E}"/>
              </a:ext>
            </a:extLst>
          </p:cNvPr>
          <p:cNvSpPr>
            <a:spLocks noGrp="1"/>
          </p:cNvSpPr>
          <p:nvPr>
            <p:ph type="ftr" sz="quarter" idx="3"/>
          </p:nvPr>
        </p:nvSpPr>
        <p:spPr/>
        <p:txBody>
          <a:bodyPr/>
          <a:lstStyle/>
          <a:p>
            <a:r>
              <a:rPr lang="en-GB"/>
              <a:t>Text Analysis with R</a:t>
            </a:r>
            <a:endParaRPr lang="en-GB" dirty="0"/>
          </a:p>
        </p:txBody>
      </p:sp>
      <p:sp>
        <p:nvSpPr>
          <p:cNvPr id="4" name="Slide Number Placeholder 3">
            <a:extLst>
              <a:ext uri="{FF2B5EF4-FFF2-40B4-BE49-F238E27FC236}">
                <a16:creationId xmlns:a16="http://schemas.microsoft.com/office/drawing/2014/main" id="{5F86F426-6651-FA5E-8105-ED52EDE0796E}"/>
              </a:ext>
            </a:extLst>
          </p:cNvPr>
          <p:cNvSpPr>
            <a:spLocks noGrp="1"/>
          </p:cNvSpPr>
          <p:nvPr>
            <p:ph type="sldNum" sz="quarter" idx="4"/>
          </p:nvPr>
        </p:nvSpPr>
        <p:spPr/>
        <p:txBody>
          <a:bodyPr/>
          <a:lstStyle/>
          <a:p>
            <a:fld id="{DBF5BF70-AF59-E844-AFDD-1A12549F0ECB}" type="slidenum">
              <a:rPr lang="en-GB" smtClean="0"/>
              <a:pPr/>
              <a:t>34</a:t>
            </a:fld>
            <a:endParaRPr lang="en-GB"/>
          </a:p>
        </p:txBody>
      </p:sp>
    </p:spTree>
    <p:extLst>
      <p:ext uri="{BB962C8B-B14F-4D97-AF65-F5344CB8AC3E}">
        <p14:creationId xmlns:p14="http://schemas.microsoft.com/office/powerpoint/2010/main" val="9927833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D58A83F-0B85-51A1-50C1-3F884AF78CA5}"/>
              </a:ext>
            </a:extLst>
          </p:cNvPr>
          <p:cNvSpPr>
            <a:spLocks noGrp="1"/>
          </p:cNvSpPr>
          <p:nvPr>
            <p:ph type="title"/>
          </p:nvPr>
        </p:nvSpPr>
        <p:spPr>
          <a:xfrm>
            <a:off x="1019011" y="202558"/>
            <a:ext cx="6928826" cy="581799"/>
          </a:xfrm>
        </p:spPr>
        <p:txBody>
          <a:bodyPr/>
          <a:lstStyle/>
          <a:p>
            <a:r>
              <a:rPr lang="en-GB" dirty="0"/>
              <a:t>References</a:t>
            </a:r>
          </a:p>
        </p:txBody>
      </p:sp>
      <p:sp>
        <p:nvSpPr>
          <p:cNvPr id="7" name="Content Placeholder 6">
            <a:extLst>
              <a:ext uri="{FF2B5EF4-FFF2-40B4-BE49-F238E27FC236}">
                <a16:creationId xmlns:a16="http://schemas.microsoft.com/office/drawing/2014/main" id="{B7F7B54D-7EF0-9698-A3BE-AEC0C0D1D3FC}"/>
              </a:ext>
            </a:extLst>
          </p:cNvPr>
          <p:cNvSpPr>
            <a:spLocks noGrp="1"/>
          </p:cNvSpPr>
          <p:nvPr>
            <p:ph idx="1"/>
          </p:nvPr>
        </p:nvSpPr>
        <p:spPr>
          <a:xfrm>
            <a:off x="1019011" y="939158"/>
            <a:ext cx="6928826" cy="4573283"/>
          </a:xfrm>
        </p:spPr>
        <p:txBody>
          <a:bodyPr numCol="2">
            <a:noAutofit/>
          </a:bodyPr>
          <a:lstStyle/>
          <a:p>
            <a:r>
              <a:rPr lang="en-GB" sz="800" dirty="0" err="1">
                <a:effectLst/>
              </a:rPr>
              <a:t>Antoniak</a:t>
            </a:r>
            <a:r>
              <a:rPr lang="en-GB" sz="800" dirty="0">
                <a:effectLst/>
              </a:rPr>
              <a:t>, M., </a:t>
            </a:r>
            <a:r>
              <a:rPr lang="en-GB" sz="800" dirty="0" err="1">
                <a:effectLst/>
              </a:rPr>
              <a:t>Mimno</a:t>
            </a:r>
            <a:r>
              <a:rPr lang="en-GB" sz="800" dirty="0">
                <a:effectLst/>
              </a:rPr>
              <a:t>, D., &amp; Levy, K. (2019). Narrative Paths and Negotiation of Power in Birth Stories. </a:t>
            </a:r>
            <a:r>
              <a:rPr lang="en-GB" sz="800" i="1" dirty="0">
                <a:effectLst/>
              </a:rPr>
              <a:t>Proceedings of the ACM on Human-Computer Interaction</a:t>
            </a:r>
            <a:r>
              <a:rPr lang="en-GB" sz="800" dirty="0">
                <a:effectLst/>
              </a:rPr>
              <a:t>, </a:t>
            </a:r>
            <a:r>
              <a:rPr lang="en-GB" sz="800" i="1" dirty="0">
                <a:effectLst/>
              </a:rPr>
              <a:t>3</a:t>
            </a:r>
            <a:r>
              <a:rPr lang="en-GB" sz="800" dirty="0">
                <a:effectLst/>
              </a:rPr>
              <a:t>(CSCW), 1–27. </a:t>
            </a:r>
            <a:r>
              <a:rPr lang="en-GB" sz="800" dirty="0">
                <a:effectLst/>
                <a:hlinkClick r:id="rId3"/>
              </a:rPr>
              <a:t>https://doi.org/10.1145/3359190</a:t>
            </a:r>
            <a:endParaRPr lang="en-GB" sz="800" dirty="0">
              <a:effectLst/>
            </a:endParaRPr>
          </a:p>
          <a:p>
            <a:r>
              <a:rPr lang="en-GB" sz="800" dirty="0">
                <a:effectLst/>
              </a:rPr>
              <a:t>Dobson, J. E. (2019). </a:t>
            </a:r>
            <a:r>
              <a:rPr lang="en-GB" sz="800" i="1" dirty="0">
                <a:effectLst/>
              </a:rPr>
              <a:t>Critical Digital Humanities: The Search for a Methodology</a:t>
            </a:r>
            <a:r>
              <a:rPr lang="en-GB" sz="800" dirty="0">
                <a:effectLst/>
              </a:rPr>
              <a:t>. University of Illinois Press. </a:t>
            </a:r>
            <a:r>
              <a:rPr lang="en-GB" sz="800" dirty="0">
                <a:effectLst/>
                <a:hlinkClick r:id="rId4"/>
              </a:rPr>
              <a:t>https://doi.org/10.5406/j.ctvfjd0mf</a:t>
            </a:r>
            <a:endParaRPr lang="en-GB" sz="800" dirty="0">
              <a:effectLst/>
            </a:endParaRPr>
          </a:p>
          <a:p>
            <a:r>
              <a:rPr lang="en-GB" sz="800" dirty="0">
                <a:effectLst/>
              </a:rPr>
              <a:t>Garg, N., </a:t>
            </a:r>
            <a:r>
              <a:rPr lang="en-GB" sz="800" dirty="0" err="1">
                <a:effectLst/>
              </a:rPr>
              <a:t>Schiebinger</a:t>
            </a:r>
            <a:r>
              <a:rPr lang="en-GB" sz="800" dirty="0">
                <a:effectLst/>
              </a:rPr>
              <a:t>, L., </a:t>
            </a:r>
            <a:r>
              <a:rPr lang="en-GB" sz="800" dirty="0" err="1">
                <a:effectLst/>
              </a:rPr>
              <a:t>Jurafsky</a:t>
            </a:r>
            <a:r>
              <a:rPr lang="en-GB" sz="800" dirty="0">
                <a:effectLst/>
              </a:rPr>
              <a:t>, D., &amp; Zou, J. (2018). Word embeddings quantify 100 years of gender and ethnic stereotypes. </a:t>
            </a:r>
            <a:r>
              <a:rPr lang="en-GB" sz="800" i="1" dirty="0">
                <a:effectLst/>
              </a:rPr>
              <a:t>Proceedings of the National Academy of Sciences</a:t>
            </a:r>
            <a:r>
              <a:rPr lang="en-GB" sz="800" dirty="0">
                <a:effectLst/>
              </a:rPr>
              <a:t>, </a:t>
            </a:r>
            <a:r>
              <a:rPr lang="en-GB" sz="800" i="1" dirty="0">
                <a:effectLst/>
              </a:rPr>
              <a:t>115</a:t>
            </a:r>
            <a:r>
              <a:rPr lang="en-GB" sz="800" dirty="0">
                <a:effectLst/>
              </a:rPr>
              <a:t>(16). </a:t>
            </a:r>
            <a:r>
              <a:rPr lang="en-GB" sz="800" dirty="0">
                <a:effectLst/>
                <a:hlinkClick r:id="rId5"/>
              </a:rPr>
              <a:t>https://doi.org/10.1073/pnas.1720347115</a:t>
            </a:r>
            <a:endParaRPr lang="en-GB" sz="800" dirty="0">
              <a:effectLst/>
            </a:endParaRPr>
          </a:p>
          <a:p>
            <a:r>
              <a:rPr lang="en-GB" sz="800" dirty="0">
                <a:effectLst/>
              </a:rPr>
              <a:t>Huang, Y., Guo, D., </a:t>
            </a:r>
            <a:r>
              <a:rPr lang="en-GB" sz="800" dirty="0" err="1">
                <a:effectLst/>
              </a:rPr>
              <a:t>Kasakoff</a:t>
            </a:r>
            <a:r>
              <a:rPr lang="en-GB" sz="800" dirty="0">
                <a:effectLst/>
              </a:rPr>
              <a:t>, A., &amp; Grieve, J. (2016). Understanding U.S. regional linguistic variation with Twitter data analysis. </a:t>
            </a:r>
            <a:r>
              <a:rPr lang="en-GB" sz="800" i="1" dirty="0">
                <a:effectLst/>
              </a:rPr>
              <a:t>Computers, Environment and Urban Systems</a:t>
            </a:r>
            <a:r>
              <a:rPr lang="en-GB" sz="800" dirty="0">
                <a:effectLst/>
              </a:rPr>
              <a:t>, </a:t>
            </a:r>
            <a:r>
              <a:rPr lang="en-GB" sz="800" i="1" dirty="0">
                <a:effectLst/>
              </a:rPr>
              <a:t>59</a:t>
            </a:r>
            <a:r>
              <a:rPr lang="en-GB" sz="800" dirty="0">
                <a:effectLst/>
              </a:rPr>
              <a:t>, 244–255. </a:t>
            </a:r>
            <a:r>
              <a:rPr lang="en-GB" sz="800" dirty="0">
                <a:effectLst/>
                <a:hlinkClick r:id="rId6"/>
              </a:rPr>
              <a:t>https://doi.org/10.1016/j.compenvurbsys.2015.12.003</a:t>
            </a:r>
            <a:endParaRPr lang="en-GB" sz="800" dirty="0">
              <a:effectLst/>
            </a:endParaRPr>
          </a:p>
          <a:p>
            <a:r>
              <a:rPr lang="en-GB" sz="800" dirty="0">
                <a:effectLst/>
              </a:rPr>
              <a:t>Jockers, M. L. (2013). </a:t>
            </a:r>
            <a:r>
              <a:rPr lang="en-GB" sz="800" i="1" dirty="0">
                <a:effectLst/>
              </a:rPr>
              <a:t>Macroanalysis: Digital methods and literary history</a:t>
            </a:r>
            <a:r>
              <a:rPr lang="en-GB" sz="800" dirty="0">
                <a:effectLst/>
              </a:rPr>
              <a:t>. University of Illinois Press.</a:t>
            </a:r>
          </a:p>
          <a:p>
            <a:r>
              <a:rPr lang="en-GB" sz="800" dirty="0" err="1">
                <a:effectLst/>
              </a:rPr>
              <a:t>Jurafsky</a:t>
            </a:r>
            <a:r>
              <a:rPr lang="en-GB" sz="800" dirty="0">
                <a:effectLst/>
              </a:rPr>
              <a:t>, D., </a:t>
            </a:r>
            <a:r>
              <a:rPr lang="en-GB" sz="800" dirty="0" err="1">
                <a:effectLst/>
              </a:rPr>
              <a:t>Chahuneau</a:t>
            </a:r>
            <a:r>
              <a:rPr lang="en-GB" sz="800" dirty="0">
                <a:effectLst/>
              </a:rPr>
              <a:t>, V., Routledge, B. R., &amp; Smith, N. A. (2016). Linguistic Markers of Status in Food Culture: Bourdieu’s Distinction in a Menu Corpus. </a:t>
            </a:r>
            <a:r>
              <a:rPr lang="en-GB" sz="800" i="1" dirty="0">
                <a:effectLst/>
              </a:rPr>
              <a:t>Journal of Cultural Analytics</a:t>
            </a:r>
            <a:r>
              <a:rPr lang="en-GB" sz="800" dirty="0">
                <a:effectLst/>
              </a:rPr>
              <a:t>. </a:t>
            </a:r>
            <a:r>
              <a:rPr lang="en-GB" sz="800" dirty="0">
                <a:effectLst/>
                <a:hlinkClick r:id="rId7"/>
              </a:rPr>
              <a:t>https://doi.org/10.22148/16.007</a:t>
            </a:r>
            <a:endParaRPr lang="en-GB" sz="800" dirty="0">
              <a:effectLst/>
            </a:endParaRPr>
          </a:p>
          <a:p>
            <a:r>
              <a:rPr lang="en-GB" sz="800" dirty="0">
                <a:effectLst/>
              </a:rPr>
              <a:t>Kozlowski, A. C., </a:t>
            </a:r>
            <a:r>
              <a:rPr lang="en-GB" sz="800" dirty="0" err="1">
                <a:effectLst/>
              </a:rPr>
              <a:t>Taddy</a:t>
            </a:r>
            <a:r>
              <a:rPr lang="en-GB" sz="800" dirty="0">
                <a:effectLst/>
              </a:rPr>
              <a:t>, M., &amp; Evans, J. A. (2019). The Geometry of Culture: </a:t>
            </a:r>
            <a:r>
              <a:rPr lang="en-GB" sz="800" dirty="0" err="1">
                <a:effectLst/>
              </a:rPr>
              <a:t>Analyzing</a:t>
            </a:r>
            <a:r>
              <a:rPr lang="en-GB" sz="800" dirty="0">
                <a:effectLst/>
              </a:rPr>
              <a:t> the Meanings of Class through Word Embeddings. </a:t>
            </a:r>
            <a:r>
              <a:rPr lang="en-GB" sz="800" i="1" dirty="0">
                <a:effectLst/>
              </a:rPr>
              <a:t>American Sociological Review</a:t>
            </a:r>
            <a:r>
              <a:rPr lang="en-GB" sz="800" dirty="0">
                <a:effectLst/>
              </a:rPr>
              <a:t>, </a:t>
            </a:r>
            <a:r>
              <a:rPr lang="en-GB" sz="800" i="1" dirty="0">
                <a:effectLst/>
              </a:rPr>
              <a:t>84</a:t>
            </a:r>
            <a:r>
              <a:rPr lang="en-GB" sz="800" dirty="0">
                <a:effectLst/>
              </a:rPr>
              <a:t>(5), 905–949. </a:t>
            </a:r>
            <a:r>
              <a:rPr lang="en-GB" sz="800" dirty="0">
                <a:effectLst/>
                <a:hlinkClick r:id="rId8"/>
              </a:rPr>
              <a:t>https://doi.org/10.1177/0003122419877135</a:t>
            </a:r>
            <a:endParaRPr lang="en-GB" sz="800" dirty="0">
              <a:effectLst/>
            </a:endParaRPr>
          </a:p>
          <a:p>
            <a:r>
              <a:rPr lang="en-GB" sz="800" dirty="0">
                <a:effectLst/>
              </a:rPr>
              <a:t>Ascari, M. (2014). The Dangers of Distant Reading: Reassessing Moretti’s Approach to Literary Genres. </a:t>
            </a:r>
            <a:r>
              <a:rPr lang="en-GB" sz="800" i="1" dirty="0">
                <a:effectLst/>
              </a:rPr>
              <a:t>Genre: Forms of Discourse and Culture</a:t>
            </a:r>
            <a:r>
              <a:rPr lang="en-GB" sz="800" dirty="0">
                <a:effectLst/>
              </a:rPr>
              <a:t>, </a:t>
            </a:r>
            <a:r>
              <a:rPr lang="en-GB" sz="800" i="1" dirty="0">
                <a:effectLst/>
              </a:rPr>
              <a:t>47</a:t>
            </a:r>
            <a:r>
              <a:rPr lang="en-GB" sz="800" dirty="0">
                <a:effectLst/>
              </a:rPr>
              <a:t>(1), 1–19.</a:t>
            </a:r>
          </a:p>
          <a:p>
            <a:r>
              <a:rPr lang="en-GB" sz="800" dirty="0">
                <a:effectLst/>
              </a:rPr>
              <a:t>Heuser, R., Moretti, F., &amp; Steiner, E. B. (2016). </a:t>
            </a:r>
            <a:r>
              <a:rPr lang="en-GB" sz="800" i="1" dirty="0">
                <a:effectLst/>
              </a:rPr>
              <a:t>The emotions of London</a:t>
            </a:r>
            <a:r>
              <a:rPr lang="en-GB" sz="800" dirty="0">
                <a:effectLst/>
              </a:rPr>
              <a:t>. Literary Lab.</a:t>
            </a:r>
          </a:p>
          <a:p>
            <a:r>
              <a:rPr lang="en-GB" sz="800" dirty="0">
                <a:effectLst/>
              </a:rPr>
              <a:t>Moretti, F. (2013). </a:t>
            </a:r>
            <a:r>
              <a:rPr lang="en-GB" sz="800" i="1" dirty="0">
                <a:effectLst/>
              </a:rPr>
              <a:t>Distant reading</a:t>
            </a:r>
            <a:r>
              <a:rPr lang="en-GB" sz="800" dirty="0">
                <a:effectLst/>
              </a:rPr>
              <a:t> (2015th ed.). Verso.</a:t>
            </a:r>
          </a:p>
          <a:p>
            <a:r>
              <a:rPr lang="en-GB" sz="800" dirty="0">
                <a:effectLst/>
              </a:rPr>
              <a:t>Nicoletti, L., &amp; Sarva, S. (n.d.). </a:t>
            </a:r>
            <a:r>
              <a:rPr lang="en-GB" sz="800" i="1" dirty="0">
                <a:effectLst/>
              </a:rPr>
              <a:t>When Women Make Headlines</a:t>
            </a:r>
            <a:r>
              <a:rPr lang="en-GB" sz="800" dirty="0">
                <a:effectLst/>
              </a:rPr>
              <a:t>. The Pudding. Retrieved 31 October 2024, from </a:t>
            </a:r>
            <a:r>
              <a:rPr lang="en-GB" sz="800" dirty="0">
                <a:effectLst/>
                <a:hlinkClick r:id="rId9"/>
              </a:rPr>
              <a:t>https://pudding.cool/2022/02/women-in-headlines/</a:t>
            </a:r>
            <a:endParaRPr lang="en-GB" sz="800" dirty="0">
              <a:effectLst/>
            </a:endParaRPr>
          </a:p>
          <a:p>
            <a:r>
              <a:rPr lang="en-GB" sz="800" dirty="0">
                <a:effectLst/>
              </a:rPr>
              <a:t>Piper, A. (2018). </a:t>
            </a:r>
            <a:r>
              <a:rPr lang="en-GB" sz="800" i="1" dirty="0">
                <a:effectLst/>
              </a:rPr>
              <a:t>Enumerations: Data and Literary Study</a:t>
            </a:r>
            <a:r>
              <a:rPr lang="en-GB" sz="800" dirty="0">
                <a:effectLst/>
              </a:rPr>
              <a:t>. University of Chicago Press. </a:t>
            </a:r>
            <a:r>
              <a:rPr lang="en-GB" sz="800" dirty="0">
                <a:effectLst/>
                <a:hlinkClick r:id="rId10"/>
              </a:rPr>
              <a:t>https://doi.org/10.7208/chicago/9780226568898.001.0001</a:t>
            </a:r>
            <a:endParaRPr lang="en-GB" sz="800" dirty="0">
              <a:effectLst/>
            </a:endParaRPr>
          </a:p>
          <a:p>
            <a:r>
              <a:rPr lang="en-GB" sz="800" dirty="0">
                <a:effectLst/>
              </a:rPr>
              <a:t>So, R. J. (2021). </a:t>
            </a:r>
            <a:r>
              <a:rPr lang="en-GB" sz="800" i="1" dirty="0">
                <a:effectLst/>
              </a:rPr>
              <a:t>Redlining Culture: A Data History of Racial Inequality and Postwar Fiction</a:t>
            </a:r>
            <a:r>
              <a:rPr lang="en-GB" sz="800" dirty="0">
                <a:effectLst/>
              </a:rPr>
              <a:t>. Columbia University Press. </a:t>
            </a:r>
            <a:r>
              <a:rPr lang="en-GB" sz="800" dirty="0">
                <a:effectLst/>
                <a:hlinkClick r:id="rId11"/>
              </a:rPr>
              <a:t>https://doi.org/10.7312/so--19772</a:t>
            </a:r>
            <a:endParaRPr lang="en-GB" sz="800" dirty="0">
              <a:effectLst/>
            </a:endParaRPr>
          </a:p>
          <a:p>
            <a:r>
              <a:rPr lang="en-GB" sz="800" dirty="0">
                <a:effectLst/>
              </a:rPr>
              <a:t>So, R. J., &amp; Roland, E. (2020). Race and Distant Reading. </a:t>
            </a:r>
            <a:r>
              <a:rPr lang="en-GB" sz="800" i="1" dirty="0">
                <a:effectLst/>
              </a:rPr>
              <a:t>PMLA/Publications of the Modern Language Association of America</a:t>
            </a:r>
            <a:r>
              <a:rPr lang="en-GB" sz="800" dirty="0">
                <a:effectLst/>
              </a:rPr>
              <a:t>, </a:t>
            </a:r>
            <a:r>
              <a:rPr lang="en-GB" sz="800" i="1" dirty="0">
                <a:effectLst/>
              </a:rPr>
              <a:t>135</a:t>
            </a:r>
            <a:r>
              <a:rPr lang="en-GB" sz="800" dirty="0">
                <a:effectLst/>
              </a:rPr>
              <a:t>(1), 59–73. </a:t>
            </a:r>
            <a:r>
              <a:rPr lang="en-GB" sz="800" dirty="0">
                <a:effectLst/>
                <a:hlinkClick r:id="rId12"/>
              </a:rPr>
              <a:t>https://doi.org/10.1632/pmla.2020.135.1.59</a:t>
            </a:r>
            <a:endParaRPr lang="en-GB" sz="800" dirty="0">
              <a:effectLst/>
            </a:endParaRPr>
          </a:p>
          <a:p>
            <a:r>
              <a:rPr lang="en-GB" sz="800" dirty="0">
                <a:effectLst/>
              </a:rPr>
              <a:t>Underwood, T. (2019). </a:t>
            </a:r>
            <a:r>
              <a:rPr lang="en-GB" sz="800" i="1" dirty="0">
                <a:effectLst/>
              </a:rPr>
              <a:t>Distant horizons: Digital evidence and literary change</a:t>
            </a:r>
            <a:r>
              <a:rPr lang="en-GB" sz="800" dirty="0">
                <a:effectLst/>
              </a:rPr>
              <a:t>. The University of Chicago Press.</a:t>
            </a:r>
          </a:p>
        </p:txBody>
      </p:sp>
      <p:sp>
        <p:nvSpPr>
          <p:cNvPr id="5" name="Date Placeholder 4">
            <a:extLst>
              <a:ext uri="{FF2B5EF4-FFF2-40B4-BE49-F238E27FC236}">
                <a16:creationId xmlns:a16="http://schemas.microsoft.com/office/drawing/2014/main" id="{0F41C491-B880-8FB0-3481-6327CEA2AD33}"/>
              </a:ext>
            </a:extLst>
          </p:cNvPr>
          <p:cNvSpPr>
            <a:spLocks noGrp="1"/>
          </p:cNvSpPr>
          <p:nvPr>
            <p:ph type="dt" sz="half" idx="10"/>
          </p:nvPr>
        </p:nvSpPr>
        <p:spPr/>
        <p:txBody>
          <a:bodyPr/>
          <a:lstStyle/>
          <a:p>
            <a:r>
              <a:rPr lang="en-GB"/>
              <a:t>Digital Methods Summer School 2026</a:t>
            </a:r>
            <a:endParaRPr lang="en-GB" dirty="0"/>
          </a:p>
        </p:txBody>
      </p:sp>
      <p:sp>
        <p:nvSpPr>
          <p:cNvPr id="8" name="Footer Placeholder 7">
            <a:extLst>
              <a:ext uri="{FF2B5EF4-FFF2-40B4-BE49-F238E27FC236}">
                <a16:creationId xmlns:a16="http://schemas.microsoft.com/office/drawing/2014/main" id="{734B54D5-DB00-1579-C050-8AF595F6C1B6}"/>
              </a:ext>
            </a:extLst>
          </p:cNvPr>
          <p:cNvSpPr>
            <a:spLocks noGrp="1"/>
          </p:cNvSpPr>
          <p:nvPr>
            <p:ph type="ftr" sz="quarter" idx="3"/>
          </p:nvPr>
        </p:nvSpPr>
        <p:spPr/>
        <p:txBody>
          <a:bodyPr/>
          <a:lstStyle/>
          <a:p>
            <a:r>
              <a:rPr lang="en-GB"/>
              <a:t>Text Analysis with R</a:t>
            </a:r>
            <a:endParaRPr lang="en-GB" dirty="0"/>
          </a:p>
        </p:txBody>
      </p:sp>
      <p:sp>
        <p:nvSpPr>
          <p:cNvPr id="9" name="Slide Number Placeholder 8">
            <a:extLst>
              <a:ext uri="{FF2B5EF4-FFF2-40B4-BE49-F238E27FC236}">
                <a16:creationId xmlns:a16="http://schemas.microsoft.com/office/drawing/2014/main" id="{3BB5AC10-2A22-7676-440F-351FA0065C71}"/>
              </a:ext>
            </a:extLst>
          </p:cNvPr>
          <p:cNvSpPr>
            <a:spLocks noGrp="1"/>
          </p:cNvSpPr>
          <p:nvPr>
            <p:ph type="sldNum" sz="quarter" idx="12"/>
          </p:nvPr>
        </p:nvSpPr>
        <p:spPr/>
        <p:txBody>
          <a:bodyPr/>
          <a:lstStyle/>
          <a:p>
            <a:fld id="{DBF5BF70-AF59-E844-AFDD-1A12549F0ECB}" type="slidenum">
              <a:rPr lang="en-GB" smtClean="0"/>
              <a:pPr/>
              <a:t>35</a:t>
            </a:fld>
            <a:endParaRPr lang="en-GB"/>
          </a:p>
        </p:txBody>
      </p:sp>
    </p:spTree>
    <p:extLst>
      <p:ext uri="{BB962C8B-B14F-4D97-AF65-F5344CB8AC3E}">
        <p14:creationId xmlns:p14="http://schemas.microsoft.com/office/powerpoint/2010/main" val="1747855295"/>
      </p:ext>
    </p:extLst>
  </p:cSld>
  <p:clrMapOvr>
    <a:masterClrMapping/>
  </p:clrMapOvr>
</p:sld>
</file>

<file path=ppt/theme/theme1.xml><?xml version="1.0" encoding="utf-8"?>
<a:theme xmlns:a="http://schemas.openxmlformats.org/drawingml/2006/main" name="PortalVTI">
  <a:themeElements>
    <a:clrScheme name="AnalogousFromRegularSeedLeftStep">
      <a:dk1>
        <a:srgbClr val="000000"/>
      </a:dk1>
      <a:lt1>
        <a:srgbClr val="FFFFFF"/>
      </a:lt1>
      <a:dk2>
        <a:srgbClr val="29311B"/>
      </a:dk2>
      <a:lt2>
        <a:srgbClr val="F3F0F0"/>
      </a:lt2>
      <a:accent1>
        <a:srgbClr val="21B2B7"/>
      </a:accent1>
      <a:accent2>
        <a:srgbClr val="14B879"/>
      </a:accent2>
      <a:accent3>
        <a:srgbClr val="21BA40"/>
      </a:accent3>
      <a:accent4>
        <a:srgbClr val="38B814"/>
      </a:accent4>
      <a:accent5>
        <a:srgbClr val="7CB120"/>
      </a:accent5>
      <a:accent6>
        <a:srgbClr val="ACA413"/>
      </a:accent6>
      <a:hlink>
        <a:srgbClr val="C4534F"/>
      </a:hlink>
      <a:folHlink>
        <a:srgbClr val="7F7F7F"/>
      </a:folHlink>
    </a:clrScheme>
    <a:fontScheme name="Earth">
      <a:majorFont>
        <a:latin typeface="Trade Gothic Next Cond"/>
        <a:ea typeface=""/>
        <a:cs typeface=""/>
      </a:majorFont>
      <a:minorFont>
        <a:latin typeface="Trade Gothic Next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mplate_GG" id="{250A3C5C-B5DB-8344-9045-034BCB3689B2}" vid="{2C8E0509-30FD-594B-8F5C-0F5E5A95C8B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PortalVTI</Template>
  <TotalTime>0</TotalTime>
  <Words>2853</Words>
  <Application>Microsoft Office PowerPoint</Application>
  <PresentationFormat>On-screen Show (16:10)</PresentationFormat>
  <Paragraphs>310</Paragraphs>
  <Slides>35</Slides>
  <Notes>28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35</vt:i4>
      </vt:variant>
    </vt:vector>
  </HeadingPairs>
  <TitlesOfParts>
    <vt:vector size="42" baseType="lpstr">
      <vt:lpstr>Arial</vt:lpstr>
      <vt:lpstr>Calibri</vt:lpstr>
      <vt:lpstr>Courier New</vt:lpstr>
      <vt:lpstr>Trade Gothic Next Cond</vt:lpstr>
      <vt:lpstr>Trade Gothic Next Light</vt:lpstr>
      <vt:lpstr>Wingdings</vt:lpstr>
      <vt:lpstr>PortalVTI</vt:lpstr>
      <vt:lpstr>Reading at Scale</vt:lpstr>
      <vt:lpstr>Why This, Why Now?</vt:lpstr>
      <vt:lpstr>What is a corpus?</vt:lpstr>
      <vt:lpstr>Types of Corpora</vt:lpstr>
      <vt:lpstr>Types of Corpora</vt:lpstr>
      <vt:lpstr>What is Not a corpus</vt:lpstr>
      <vt:lpstr>What is a corpus for?</vt:lpstr>
      <vt:lpstr>Ask corpora the right questions</vt:lpstr>
      <vt:lpstr>What is Distant Reading?</vt:lpstr>
      <vt:lpstr>From Close Reading to Distant Reading </vt:lpstr>
      <vt:lpstr>Criticisms to distant reading</vt:lpstr>
      <vt:lpstr>PowerPoint Presentation</vt:lpstr>
      <vt:lpstr>Distant reading approaches</vt:lpstr>
      <vt:lpstr>NATURAL LANGUAGE PROCESSING (NLP)</vt:lpstr>
      <vt:lpstr>Corpus Analysis</vt:lpstr>
      <vt:lpstr>Word Frequencies: Caveats</vt:lpstr>
      <vt:lpstr>KWIC concordance (WST)</vt:lpstr>
      <vt:lpstr>COLLOCATIONS</vt:lpstr>
      <vt:lpstr>Useful tools</vt:lpstr>
      <vt:lpstr>NATURAL LANGUAGE PROCESSING (NLP)</vt:lpstr>
      <vt:lpstr>Sentiment analysis</vt:lpstr>
      <vt:lpstr>Emotions/sentiment models</vt:lpstr>
      <vt:lpstr>PowerPoint Presentation</vt:lpstr>
      <vt:lpstr>SENTIMENT ANALYSIS</vt:lpstr>
      <vt:lpstr>NATURAL LANGUAGE PROCESSING (NLP)</vt:lpstr>
      <vt:lpstr>STYLOMETRY</vt:lpstr>
      <vt:lpstr>NATURAL LANGUAGE PROCESSING (NLP)</vt:lpstr>
      <vt:lpstr>TOPIC MODELS</vt:lpstr>
      <vt:lpstr>Word Vectors</vt:lpstr>
      <vt:lpstr>Word vectors</vt:lpstr>
      <vt:lpstr>DERIVATIONS</vt:lpstr>
      <vt:lpstr>MACHINE LEARNING &amp; WORD EMBEDDINGS</vt:lpstr>
      <vt:lpstr>Getting Started</vt:lpstr>
      <vt:lpstr>Conclusion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Giulia Grisot</dc:creator>
  <cp:lastModifiedBy>Giulia Grisot</cp:lastModifiedBy>
  <cp:revision>1</cp:revision>
  <dcterms:created xsi:type="dcterms:W3CDTF">2025-06-24T13:20:34Z</dcterms:created>
  <dcterms:modified xsi:type="dcterms:W3CDTF">2025-06-30T08:27:58Z</dcterms:modified>
</cp:coreProperties>
</file>