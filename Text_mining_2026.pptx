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0" r:id="rId1"/>
    <p:sldMasterId id="2147483769" r:id="rId2"/>
  </p:sldMasterIdLst>
  <p:notesMasterIdLst>
    <p:notesMasterId r:id="rId19"/>
  </p:notesMasterIdLst>
  <p:sldIdLst>
    <p:sldId id="283" r:id="rId3"/>
    <p:sldId id="258" r:id="rId4"/>
    <p:sldId id="259" r:id="rId5"/>
    <p:sldId id="260" r:id="rId6"/>
    <p:sldId id="261" r:id="rId7"/>
    <p:sldId id="262" r:id="rId8"/>
    <p:sldId id="263" r:id="rId9"/>
    <p:sldId id="264" r:id="rId10"/>
    <p:sldId id="265" r:id="rId11"/>
    <p:sldId id="266" r:id="rId12"/>
    <p:sldId id="267" r:id="rId13"/>
    <p:sldId id="269" r:id="rId14"/>
    <p:sldId id="284" r:id="rId15"/>
    <p:sldId id="280" r:id="rId16"/>
    <p:sldId id="534" r:id="rId17"/>
    <p:sldId id="559" r:id="rId18"/>
  </p:sldIdLst>
  <p:sldSz cx="9144000" cy="5715000" type="screen16x10"/>
  <p:notesSz cx="6858000" cy="9144000"/>
  <p:defaultTextStyle>
    <a:defPPr>
      <a:defRPr lang="en-GB"/>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 Berenike Herrmann" initials="JBH"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F2E7"/>
    <a:srgbClr val="CEEE99"/>
    <a:srgbClr val="556637"/>
    <a:srgbClr val="586A3A"/>
    <a:srgbClr val="ACA413"/>
    <a:srgbClr val="2A382F"/>
    <a:srgbClr val="D3835D"/>
    <a:srgbClr val="FFC2AB"/>
    <a:srgbClr val="FF7237"/>
    <a:srgbClr val="FF21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71733"/>
  </p:normalViewPr>
  <p:slideViewPr>
    <p:cSldViewPr snapToGrid="0">
      <p:cViewPr varScale="1">
        <p:scale>
          <a:sx n="103" d="100"/>
          <a:sy n="103" d="100"/>
        </p:scale>
        <p:origin x="1064" y="1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2" d="100"/>
          <a:sy n="92" d="100"/>
        </p:scale>
        <p:origin x="4072"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2274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Trade Gothic Next Light"/>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36" kern="1200" dirty="0">
                <a:solidFill>
                  <a:schemeClr val="tx1"/>
                </a:solidFill>
                <a:effectLst/>
                <a:latin typeface="+mn-lt"/>
                <a:ea typeface="+mn-ea"/>
                <a:cs typeface="+mn-cs"/>
              </a:rPr>
              <a:t>Let’s start with two deceptively simple questions:</a:t>
            </a:r>
          </a:p>
          <a:p>
            <a:r>
              <a:rPr lang="en-GB" sz="936" i="1" kern="1200" dirty="0">
                <a:solidFill>
                  <a:schemeClr val="tx1"/>
                </a:solidFill>
                <a:effectLst/>
                <a:latin typeface="+mn-lt"/>
                <a:ea typeface="+mn-ea"/>
                <a:cs typeface="+mn-cs"/>
              </a:rPr>
              <a:t>What happens when we treat text as data?</a:t>
            </a:r>
            <a:endParaRPr lang="en-GB" sz="936" kern="1200" dirty="0">
              <a:solidFill>
                <a:schemeClr val="tx1"/>
              </a:solidFill>
              <a:effectLst/>
              <a:latin typeface="+mn-lt"/>
              <a:ea typeface="+mn-ea"/>
              <a:cs typeface="+mn-cs"/>
            </a:endParaRPr>
          </a:p>
          <a:p>
            <a:r>
              <a:rPr lang="en-GB" sz="936" i="1" kern="1200" dirty="0">
                <a:solidFill>
                  <a:schemeClr val="tx1"/>
                </a:solidFill>
                <a:effectLst/>
                <a:latin typeface="+mn-lt"/>
                <a:ea typeface="+mn-ea"/>
                <a:cs typeface="+mn-cs"/>
              </a:rPr>
              <a:t>What do we gain – and what do we risk losing – when we do so?</a:t>
            </a:r>
            <a:endParaRPr lang="en-GB" sz="936" kern="1200" dirty="0">
              <a:solidFill>
                <a:schemeClr val="tx1"/>
              </a:solidFill>
              <a:effectLst/>
              <a:latin typeface="+mn-lt"/>
              <a:ea typeface="+mn-ea"/>
              <a:cs typeface="+mn-cs"/>
            </a:endParaRPr>
          </a:p>
          <a:p>
            <a:r>
              <a:rPr lang="en-GB" sz="936" kern="1200" dirty="0">
                <a:solidFill>
                  <a:schemeClr val="tx1"/>
                </a:solidFill>
                <a:effectLst/>
                <a:latin typeface="+mn-lt"/>
                <a:ea typeface="+mn-ea"/>
                <a:cs typeface="+mn-cs"/>
              </a:rPr>
              <a:t>Today’s session explores those questions historically, conceptually, and methodologically.</a:t>
            </a:r>
            <a:br>
              <a:rPr lang="en-GB" sz="936" kern="1200" dirty="0">
                <a:solidFill>
                  <a:schemeClr val="tx1"/>
                </a:solidFill>
                <a:effectLst/>
                <a:latin typeface="+mn-lt"/>
                <a:ea typeface="+mn-ea"/>
                <a:cs typeface="+mn-cs"/>
              </a:rPr>
            </a:br>
            <a:r>
              <a:rPr lang="en-GB" sz="936" kern="1200" dirty="0">
                <a:solidFill>
                  <a:schemeClr val="tx1"/>
                </a:solidFill>
                <a:effectLst/>
                <a:latin typeface="+mn-lt"/>
                <a:ea typeface="+mn-ea"/>
                <a:cs typeface="+mn-cs"/>
              </a:rPr>
              <a:t>We’ll trace how scholars moved from close reading individual works to analysing entire libraries, and how digital tools allowed literature to become a domain for quantitative exploration.</a:t>
            </a:r>
          </a:p>
          <a:p>
            <a:endParaRPr lang="en-GB" sz="1000" dirty="0"/>
          </a:p>
          <a:p>
            <a:r>
              <a:rPr lang="en-GB" sz="936" kern="1200" dirty="0">
                <a:solidFill>
                  <a:schemeClr val="tx1"/>
                </a:solidFill>
                <a:effectLst/>
                <a:latin typeface="+mn-lt"/>
                <a:ea typeface="+mn-ea"/>
                <a:cs typeface="+mn-cs"/>
              </a:rPr>
              <a:t>Today we will look briefly into the early history of textual data and the epistemological shift from text to data. We will discuss how quantitative approaches reveal linguistic and social trends, how scholars like Jockers and Underwood build interpretation from scale, and where “distant reading” meets critical and ethical reflection.</a:t>
            </a:r>
          </a:p>
          <a:p>
            <a:endParaRPr lang="en-GB" sz="10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idea of treating language as data is </a:t>
            </a:r>
            <a:r>
              <a:rPr lang="en-GB" sz="1200" b="1" kern="1200" dirty="0">
                <a:solidFill>
                  <a:schemeClr val="tx1"/>
                </a:solidFill>
                <a:effectLst/>
                <a:latin typeface="+mn-lt"/>
                <a:ea typeface="+mn-ea"/>
                <a:cs typeface="+mn-cs"/>
              </a:rPr>
              <a:t>not new</a:t>
            </a:r>
            <a:r>
              <a:rPr lang="en-GB" sz="1200" kern="1200" dirty="0">
                <a:solidFill>
                  <a:schemeClr val="tx1"/>
                </a:solidFill>
                <a:effectLst/>
                <a:latin typeface="+mn-lt"/>
                <a:ea typeface="+mn-ea"/>
                <a:cs typeface="+mn-cs"/>
              </a:rPr>
              <a:t>.</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Long before machine learning or Python scripts, humanists were already quantifying text.</a:t>
            </a:r>
          </a:p>
          <a:p>
            <a:r>
              <a:rPr lang="en-GB" sz="1200" kern="1200" dirty="0">
                <a:solidFill>
                  <a:schemeClr val="tx1"/>
                </a:solidFill>
                <a:effectLst/>
                <a:latin typeface="+mn-lt"/>
                <a:ea typeface="+mn-ea"/>
                <a:cs typeface="+mn-cs"/>
              </a:rPr>
              <a:t>In the 1940s, Jesuit scholar </a:t>
            </a:r>
            <a:r>
              <a:rPr lang="en-GB" sz="1200" b="1" kern="1200" dirty="0">
                <a:solidFill>
                  <a:schemeClr val="tx1"/>
                </a:solidFill>
                <a:effectLst/>
                <a:latin typeface="+mn-lt"/>
                <a:ea typeface="+mn-ea"/>
                <a:cs typeface="+mn-cs"/>
              </a:rPr>
              <a:t>Father Roberto Busa</a:t>
            </a:r>
            <a:r>
              <a:rPr lang="en-GB" sz="1200" kern="1200" dirty="0">
                <a:solidFill>
                  <a:schemeClr val="tx1"/>
                </a:solidFill>
                <a:effectLst/>
                <a:latin typeface="+mn-lt"/>
                <a:ea typeface="+mn-ea"/>
                <a:cs typeface="+mn-cs"/>
              </a:rPr>
              <a:t> began compiling the </a:t>
            </a:r>
            <a:r>
              <a:rPr lang="en-GB" sz="1200" i="1" kern="1200" dirty="0">
                <a:solidFill>
                  <a:schemeClr val="tx1"/>
                </a:solidFill>
                <a:effectLst/>
                <a:latin typeface="+mn-lt"/>
                <a:ea typeface="+mn-ea"/>
                <a:cs typeface="+mn-cs"/>
              </a:rPr>
              <a:t>Index </a:t>
            </a:r>
            <a:r>
              <a:rPr lang="en-GB" sz="1200" i="1" kern="1200" dirty="0" err="1">
                <a:solidFill>
                  <a:schemeClr val="tx1"/>
                </a:solidFill>
                <a:effectLst/>
                <a:latin typeface="+mn-lt"/>
                <a:ea typeface="+mn-ea"/>
                <a:cs typeface="+mn-cs"/>
              </a:rPr>
              <a:t>Thomisticus</a:t>
            </a:r>
            <a:r>
              <a:rPr lang="en-GB" sz="1200" kern="1200" dirty="0">
                <a:solidFill>
                  <a:schemeClr val="tx1"/>
                </a:solidFill>
                <a:effectLst/>
                <a:latin typeface="+mn-lt"/>
                <a:ea typeface="+mn-ea"/>
                <a:cs typeface="+mn-cs"/>
              </a:rPr>
              <a:t>, a complete concordance of Aquinas’s works.</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It was a monumental project – 11 million words – and Busa’s collaboration with IBM in 1949 is often cited as the birth of </a:t>
            </a:r>
            <a:r>
              <a:rPr lang="en-GB" sz="1200" b="1" kern="1200" dirty="0">
                <a:solidFill>
                  <a:schemeClr val="tx1"/>
                </a:solidFill>
                <a:effectLst/>
                <a:latin typeface="+mn-lt"/>
                <a:ea typeface="+mn-ea"/>
                <a:cs typeface="+mn-cs"/>
              </a:rPr>
              <a:t>Digital Humanities</a:t>
            </a:r>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Busa wasn’t interested in numbers for their own sake.</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He wanted to understand the philosophical meaning of words through their </a:t>
            </a:r>
            <a:r>
              <a:rPr lang="en-GB" sz="1200" b="1" kern="1200" dirty="0">
                <a:solidFill>
                  <a:schemeClr val="tx1"/>
                </a:solidFill>
                <a:effectLst/>
                <a:latin typeface="+mn-lt"/>
                <a:ea typeface="+mn-ea"/>
                <a:cs typeface="+mn-cs"/>
              </a:rPr>
              <a:t>distribution</a:t>
            </a:r>
            <a:r>
              <a:rPr lang="en-GB" sz="1200" kern="1200" dirty="0">
                <a:solidFill>
                  <a:schemeClr val="tx1"/>
                </a:solidFill>
                <a:effectLst/>
                <a:latin typeface="+mn-lt"/>
                <a:ea typeface="+mn-ea"/>
                <a:cs typeface="+mn-cs"/>
              </a:rPr>
              <a:t> and </a:t>
            </a:r>
            <a:r>
              <a:rPr lang="en-GB" sz="1200" b="1" kern="1200" dirty="0">
                <a:solidFill>
                  <a:schemeClr val="tx1"/>
                </a:solidFill>
                <a:effectLst/>
                <a:latin typeface="+mn-lt"/>
                <a:ea typeface="+mn-ea"/>
                <a:cs typeface="+mn-cs"/>
              </a:rPr>
              <a:t>context</a:t>
            </a:r>
            <a:r>
              <a:rPr lang="en-GB" sz="1200" kern="1200" dirty="0">
                <a:solidFill>
                  <a:schemeClr val="tx1"/>
                </a:solidFill>
                <a:effectLst/>
                <a:latin typeface="+mn-lt"/>
                <a:ea typeface="+mn-ea"/>
                <a:cs typeface="+mn-cs"/>
              </a:rPr>
              <a:t>.</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His work anticipated what we now call </a:t>
            </a:r>
            <a:r>
              <a:rPr lang="en-GB" sz="1200" i="1" kern="1200" dirty="0">
                <a:solidFill>
                  <a:schemeClr val="tx1"/>
                </a:solidFill>
                <a:effectLst/>
                <a:latin typeface="+mn-lt"/>
                <a:ea typeface="+mn-ea"/>
                <a:cs typeface="+mn-cs"/>
              </a:rPr>
              <a:t>text mining</a:t>
            </a:r>
            <a:r>
              <a:rPr lang="en-GB" sz="1200" kern="1200" dirty="0">
                <a:solidFill>
                  <a:schemeClr val="tx1"/>
                </a:solidFill>
                <a:effectLst/>
                <a:latin typeface="+mn-lt"/>
                <a:ea typeface="+mn-ea"/>
                <a:cs typeface="+mn-cs"/>
              </a:rPr>
              <a:t> – seeing pattern and repetition as interpretive evidence.</a:t>
            </a:r>
          </a:p>
          <a:p>
            <a:endParaRPr lang="en-GB" dirty="0"/>
          </a:p>
          <a:p>
            <a:endParaRPr lang="en-GB"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Fast-forward half a century.</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By the 1990s and 2000s, digitised collections such as Google Books made millions of texts searchable.</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individual concordance had evolved into the </a:t>
            </a:r>
            <a:r>
              <a:rPr lang="en-GB" sz="1200" b="1" kern="1200" dirty="0">
                <a:solidFill>
                  <a:schemeClr val="tx1"/>
                </a:solidFill>
                <a:effectLst/>
                <a:latin typeface="+mn-lt"/>
                <a:ea typeface="+mn-ea"/>
                <a:cs typeface="+mn-cs"/>
              </a:rPr>
              <a:t>corpus</a:t>
            </a:r>
            <a:r>
              <a:rPr lang="en-GB" sz="1200" kern="1200" dirty="0">
                <a:solidFill>
                  <a:schemeClr val="tx1"/>
                </a:solidFill>
                <a:effectLst/>
                <a:latin typeface="+mn-lt"/>
                <a:ea typeface="+mn-ea"/>
                <a:cs typeface="+mn-cs"/>
              </a:rPr>
              <a:t> – a machine-readable body of texts large enough to model linguistic or cultural change.</a:t>
            </a:r>
          </a:p>
          <a:p>
            <a:r>
              <a:rPr lang="en-GB" sz="1200" kern="1200" dirty="0">
                <a:solidFill>
                  <a:schemeClr val="tx1"/>
                </a:solidFill>
                <a:effectLst/>
                <a:latin typeface="+mn-lt"/>
                <a:ea typeface="+mn-ea"/>
                <a:cs typeface="+mn-cs"/>
              </a:rPr>
              <a:t>This shift marks a key conceptual turn:</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texts are no longer only read; they are </a:t>
            </a:r>
            <a:r>
              <a:rPr lang="en-GB" sz="1200" b="1" kern="1200" dirty="0">
                <a:solidFill>
                  <a:schemeClr val="tx1"/>
                </a:solidFill>
                <a:effectLst/>
                <a:latin typeface="+mn-lt"/>
                <a:ea typeface="+mn-ea"/>
                <a:cs typeface="+mn-cs"/>
              </a:rPr>
              <a:t>processed</a:t>
            </a:r>
            <a:r>
              <a:rPr lang="en-GB" sz="1200" kern="1200" dirty="0">
                <a:solidFill>
                  <a:schemeClr val="tx1"/>
                </a:solidFill>
                <a:effectLst/>
                <a:latin typeface="+mn-lt"/>
                <a:ea typeface="+mn-ea"/>
                <a:cs typeface="+mn-cs"/>
              </a:rPr>
              <a:t>.</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And with that, “text as data” becomes both a methodological promise and a philosophical provocation.</a:t>
            </a:r>
          </a:p>
          <a:p>
            <a:endParaRPr lang="en-GB"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This brings us to one of the central tensions in Digital Humanities – the relationship between </a:t>
            </a:r>
            <a:r>
              <a:rPr lang="en-GB" sz="1200" b="1" kern="1200" dirty="0">
                <a:solidFill>
                  <a:schemeClr val="tx1"/>
                </a:solidFill>
                <a:effectLst/>
                <a:latin typeface="+mn-lt"/>
                <a:ea typeface="+mn-ea"/>
                <a:cs typeface="+mn-cs"/>
              </a:rPr>
              <a:t>close</a:t>
            </a:r>
            <a:r>
              <a:rPr lang="en-GB" sz="1200" kern="1200" dirty="0">
                <a:solidFill>
                  <a:schemeClr val="tx1"/>
                </a:solidFill>
                <a:effectLst/>
                <a:latin typeface="+mn-lt"/>
                <a:ea typeface="+mn-ea"/>
                <a:cs typeface="+mn-cs"/>
              </a:rPr>
              <a:t> and </a:t>
            </a:r>
            <a:r>
              <a:rPr lang="en-GB" sz="1200" b="1" kern="1200" dirty="0">
                <a:solidFill>
                  <a:schemeClr val="tx1"/>
                </a:solidFill>
                <a:effectLst/>
                <a:latin typeface="+mn-lt"/>
                <a:ea typeface="+mn-ea"/>
                <a:cs typeface="+mn-cs"/>
              </a:rPr>
              <a:t>distant</a:t>
            </a:r>
            <a:r>
              <a:rPr lang="en-GB" sz="1200" kern="1200" dirty="0">
                <a:solidFill>
                  <a:schemeClr val="tx1"/>
                </a:solidFill>
                <a:effectLst/>
                <a:latin typeface="+mn-lt"/>
                <a:ea typeface="+mn-ea"/>
                <a:cs typeface="+mn-cs"/>
              </a:rPr>
              <a:t> reading.</a:t>
            </a:r>
          </a:p>
          <a:p>
            <a:r>
              <a:rPr lang="en-GB" sz="1200" kern="1200" dirty="0">
                <a:solidFill>
                  <a:schemeClr val="tx1"/>
                </a:solidFill>
                <a:effectLst/>
                <a:latin typeface="+mn-lt"/>
                <a:ea typeface="+mn-ea"/>
                <a:cs typeface="+mn-cs"/>
              </a:rPr>
              <a:t>Close reading, as practiced in literary studies, privileges depth: it values ambiguity, voice, and nuance.</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Distant reading privileges breadth: it seeks generalisation, trend, and structure.</a:t>
            </a:r>
          </a:p>
          <a:p>
            <a:r>
              <a:rPr lang="en-GB" sz="1200" kern="1200" dirty="0">
                <a:solidFill>
                  <a:schemeClr val="tx1"/>
                </a:solidFill>
                <a:effectLst/>
                <a:latin typeface="+mn-lt"/>
                <a:ea typeface="+mn-ea"/>
                <a:cs typeface="+mn-cs"/>
              </a:rPr>
              <a:t>Neither is sufficient on its own.</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future, as Jockers and Underwood both suggest, lies in </a:t>
            </a:r>
            <a:r>
              <a:rPr lang="en-GB" sz="1200" b="1" kern="1200" dirty="0">
                <a:solidFill>
                  <a:schemeClr val="tx1"/>
                </a:solidFill>
                <a:effectLst/>
                <a:latin typeface="+mn-lt"/>
                <a:ea typeface="+mn-ea"/>
                <a:cs typeface="+mn-cs"/>
              </a:rPr>
              <a:t>scalable reading</a:t>
            </a:r>
            <a:r>
              <a:rPr lang="en-GB" sz="1200" kern="1200" dirty="0">
                <a:solidFill>
                  <a:schemeClr val="tx1"/>
                </a:solidFill>
                <a:effectLst/>
                <a:latin typeface="+mn-lt"/>
                <a:ea typeface="+mn-ea"/>
                <a:cs typeface="+mn-cs"/>
              </a:rPr>
              <a:t> – moving fluidly between the individual text and the aggregated corpus.</a:t>
            </a:r>
          </a:p>
          <a:p>
            <a:r>
              <a:rPr lang="en-GB" sz="1200" kern="1200" dirty="0">
                <a:solidFill>
                  <a:schemeClr val="tx1"/>
                </a:solidFill>
                <a:effectLst/>
                <a:latin typeface="+mn-lt"/>
                <a:ea typeface="+mn-ea"/>
                <a:cs typeface="+mn-cs"/>
              </a:rPr>
              <a:t>Underwood (2019) frames this beautifully in </a:t>
            </a:r>
            <a:r>
              <a:rPr lang="en-GB" sz="1200" i="1" kern="1200" dirty="0">
                <a:solidFill>
                  <a:schemeClr val="tx1"/>
                </a:solidFill>
                <a:effectLst/>
                <a:latin typeface="+mn-lt"/>
                <a:ea typeface="+mn-ea"/>
                <a:cs typeface="+mn-cs"/>
              </a:rPr>
              <a:t>Distant Horizons</a:t>
            </a:r>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“The challenge is not to abandon interpretation for measurement, but to learn to interpret patterns that only become visible at scale.” (Underwood 2019, p. 8)</a:t>
            </a:r>
          </a:p>
          <a:p>
            <a:r>
              <a:rPr lang="en-GB" sz="1200" kern="1200" dirty="0">
                <a:solidFill>
                  <a:schemeClr val="tx1"/>
                </a:solidFill>
                <a:effectLst/>
                <a:latin typeface="+mn-lt"/>
                <a:ea typeface="+mn-ea"/>
                <a:cs typeface="+mn-cs"/>
              </a:rPr>
              <a:t>That’s the intellectual horizon of this lecture.</a:t>
            </a:r>
          </a:p>
          <a:p>
            <a:endParaRPr lang="en-GB"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36" kern="1200" dirty="0">
                <a:solidFill>
                  <a:schemeClr val="tx1"/>
                </a:solidFill>
                <a:effectLst/>
                <a:latin typeface="+mn-lt"/>
                <a:ea typeface="+mn-ea"/>
                <a:cs typeface="+mn-cs"/>
              </a:rPr>
              <a:t>When we talk about </a:t>
            </a:r>
            <a:r>
              <a:rPr lang="en-GB" sz="936" i="1" kern="1200" dirty="0">
                <a:solidFill>
                  <a:schemeClr val="tx1"/>
                </a:solidFill>
                <a:effectLst/>
                <a:latin typeface="+mn-lt"/>
                <a:ea typeface="+mn-ea"/>
                <a:cs typeface="+mn-cs"/>
              </a:rPr>
              <a:t>text as data</a:t>
            </a:r>
            <a:r>
              <a:rPr lang="en-GB" sz="936" kern="1200" dirty="0">
                <a:solidFill>
                  <a:schemeClr val="tx1"/>
                </a:solidFill>
                <a:effectLst/>
                <a:latin typeface="+mn-lt"/>
                <a:ea typeface="+mn-ea"/>
                <a:cs typeface="+mn-cs"/>
              </a:rPr>
              <a:t>, we’re shifting from </a:t>
            </a:r>
            <a:r>
              <a:rPr lang="en-GB" sz="936" b="1" kern="1200" dirty="0">
                <a:solidFill>
                  <a:schemeClr val="tx1"/>
                </a:solidFill>
                <a:effectLst/>
                <a:latin typeface="+mn-lt"/>
                <a:ea typeface="+mn-ea"/>
                <a:cs typeface="+mn-cs"/>
              </a:rPr>
              <a:t>interpretation</a:t>
            </a:r>
            <a:r>
              <a:rPr lang="en-GB" sz="936" kern="1200" dirty="0">
                <a:solidFill>
                  <a:schemeClr val="tx1"/>
                </a:solidFill>
                <a:effectLst/>
                <a:latin typeface="+mn-lt"/>
                <a:ea typeface="+mn-ea"/>
                <a:cs typeface="+mn-cs"/>
              </a:rPr>
              <a:t> to </a:t>
            </a:r>
            <a:r>
              <a:rPr lang="en-GB" sz="936" b="1" kern="1200" dirty="0">
                <a:solidFill>
                  <a:schemeClr val="tx1"/>
                </a:solidFill>
                <a:effectLst/>
                <a:latin typeface="+mn-lt"/>
                <a:ea typeface="+mn-ea"/>
                <a:cs typeface="+mn-cs"/>
              </a:rPr>
              <a:t>measurement</a:t>
            </a:r>
            <a:r>
              <a:rPr lang="en-GB" sz="936" kern="1200" dirty="0">
                <a:solidFill>
                  <a:schemeClr val="tx1"/>
                </a:solidFill>
                <a:effectLst/>
                <a:latin typeface="+mn-lt"/>
                <a:ea typeface="+mn-ea"/>
                <a:cs typeface="+mn-cs"/>
              </a:rPr>
              <a:t> – but not abandoning interpretation.</a:t>
            </a:r>
            <a:br>
              <a:rPr lang="en-GB" sz="936" kern="1200" dirty="0">
                <a:solidFill>
                  <a:schemeClr val="tx1"/>
                </a:solidFill>
                <a:effectLst/>
                <a:latin typeface="+mn-lt"/>
                <a:ea typeface="+mn-ea"/>
                <a:cs typeface="+mn-cs"/>
              </a:rPr>
            </a:br>
            <a:r>
              <a:rPr lang="en-GB" sz="936" kern="1200" dirty="0">
                <a:solidFill>
                  <a:schemeClr val="tx1"/>
                </a:solidFill>
                <a:effectLst/>
                <a:latin typeface="+mn-lt"/>
                <a:ea typeface="+mn-ea"/>
                <a:cs typeface="+mn-cs"/>
              </a:rPr>
              <a:t>Instead, we’re translating qualitative questions into quantitative proxies.</a:t>
            </a:r>
          </a:p>
          <a:p>
            <a:r>
              <a:rPr lang="en-GB" sz="936" kern="1200" dirty="0">
                <a:solidFill>
                  <a:schemeClr val="tx1"/>
                </a:solidFill>
                <a:effectLst/>
                <a:latin typeface="+mn-lt"/>
                <a:ea typeface="+mn-ea"/>
                <a:cs typeface="+mn-cs"/>
              </a:rPr>
              <a:t>For example:</a:t>
            </a:r>
          </a:p>
          <a:p>
            <a:pPr lvl="0"/>
            <a:r>
              <a:rPr lang="en-GB" sz="936" kern="1200" dirty="0">
                <a:solidFill>
                  <a:schemeClr val="tx1"/>
                </a:solidFill>
                <a:effectLst/>
                <a:latin typeface="+mn-lt"/>
                <a:ea typeface="+mn-ea"/>
                <a:cs typeface="+mn-cs"/>
              </a:rPr>
              <a:t>Instead of asking, </a:t>
            </a:r>
            <a:r>
              <a:rPr lang="en-GB" sz="936" i="1" kern="1200" dirty="0">
                <a:solidFill>
                  <a:schemeClr val="tx1"/>
                </a:solidFill>
                <a:effectLst/>
                <a:latin typeface="+mn-lt"/>
                <a:ea typeface="+mn-ea"/>
                <a:cs typeface="+mn-cs"/>
              </a:rPr>
              <a:t>How does Dickens represent industrial London?</a:t>
            </a:r>
            <a:br>
              <a:rPr lang="en-GB" sz="936" kern="1200" dirty="0">
                <a:solidFill>
                  <a:schemeClr val="tx1"/>
                </a:solidFill>
                <a:effectLst/>
                <a:latin typeface="+mn-lt"/>
                <a:ea typeface="+mn-ea"/>
                <a:cs typeface="+mn-cs"/>
              </a:rPr>
            </a:br>
            <a:r>
              <a:rPr lang="en-GB" sz="936" kern="1200" dirty="0">
                <a:solidFill>
                  <a:schemeClr val="tx1"/>
                </a:solidFill>
                <a:effectLst/>
                <a:latin typeface="+mn-lt"/>
                <a:ea typeface="+mn-ea"/>
                <a:cs typeface="+mn-cs"/>
              </a:rPr>
              <a:t>we might ask, </a:t>
            </a:r>
            <a:r>
              <a:rPr lang="en-GB" sz="936" i="1" kern="1200" dirty="0">
                <a:solidFill>
                  <a:schemeClr val="tx1"/>
                </a:solidFill>
                <a:effectLst/>
                <a:latin typeface="+mn-lt"/>
                <a:ea typeface="+mn-ea"/>
                <a:cs typeface="+mn-cs"/>
              </a:rPr>
              <a:t>How often do words associated with “factory” or “smoke” appear across Dickens’s novels?</a:t>
            </a:r>
            <a:endParaRPr lang="en-GB" sz="936" kern="1200" dirty="0">
              <a:solidFill>
                <a:schemeClr val="tx1"/>
              </a:solidFill>
              <a:effectLst/>
              <a:latin typeface="+mn-lt"/>
              <a:ea typeface="+mn-ea"/>
              <a:cs typeface="+mn-cs"/>
            </a:endParaRPr>
          </a:p>
          <a:p>
            <a:pPr lvl="0"/>
            <a:r>
              <a:rPr lang="en-GB" sz="936" kern="1200" dirty="0">
                <a:solidFill>
                  <a:schemeClr val="tx1"/>
                </a:solidFill>
                <a:effectLst/>
                <a:latin typeface="+mn-lt"/>
                <a:ea typeface="+mn-ea"/>
                <a:cs typeface="+mn-cs"/>
              </a:rPr>
              <a:t>Instead of reading one Bildungsroman, we might examine a hundred and ask,</a:t>
            </a:r>
            <a:br>
              <a:rPr lang="en-GB" sz="936" kern="1200" dirty="0">
                <a:solidFill>
                  <a:schemeClr val="tx1"/>
                </a:solidFill>
                <a:effectLst/>
                <a:latin typeface="+mn-lt"/>
                <a:ea typeface="+mn-ea"/>
                <a:cs typeface="+mn-cs"/>
              </a:rPr>
            </a:br>
            <a:r>
              <a:rPr lang="en-GB" sz="936" i="1" kern="1200" dirty="0">
                <a:solidFill>
                  <a:schemeClr val="tx1"/>
                </a:solidFill>
                <a:effectLst/>
                <a:latin typeface="+mn-lt"/>
                <a:ea typeface="+mn-ea"/>
                <a:cs typeface="+mn-cs"/>
              </a:rPr>
              <a:t>When does the language of “self-discovery” peak historically?</a:t>
            </a:r>
          </a:p>
          <a:p>
            <a:pPr lvl="0"/>
            <a:endParaRPr lang="en-GB" sz="936" kern="1200" dirty="0">
              <a:solidFill>
                <a:schemeClr val="tx1"/>
              </a:solidFill>
              <a:effectLst/>
              <a:latin typeface="+mn-lt"/>
              <a:ea typeface="+mn-ea"/>
              <a:cs typeface="+mn-cs"/>
            </a:endParaRPr>
          </a:p>
          <a:p>
            <a:r>
              <a:rPr lang="en-GB" sz="936" kern="1200" dirty="0">
                <a:solidFill>
                  <a:schemeClr val="tx1"/>
                </a:solidFill>
                <a:effectLst/>
                <a:latin typeface="+mn-lt"/>
                <a:ea typeface="+mn-ea"/>
                <a:cs typeface="+mn-cs"/>
              </a:rPr>
              <a:t>This is what Matthew Jockers (2013) calls </a:t>
            </a:r>
            <a:r>
              <a:rPr lang="en-GB" sz="936" b="1" kern="1200" dirty="0">
                <a:solidFill>
                  <a:schemeClr val="tx1"/>
                </a:solidFill>
                <a:effectLst/>
                <a:latin typeface="+mn-lt"/>
                <a:ea typeface="+mn-ea"/>
                <a:cs typeface="+mn-cs"/>
              </a:rPr>
              <a:t>macroanalysis</a:t>
            </a:r>
            <a:r>
              <a:rPr lang="en-GB" sz="936" kern="1200" dirty="0">
                <a:solidFill>
                  <a:schemeClr val="tx1"/>
                </a:solidFill>
                <a:effectLst/>
                <a:latin typeface="+mn-lt"/>
                <a:ea typeface="+mn-ea"/>
                <a:cs typeface="+mn-cs"/>
              </a:rPr>
              <a:t> – “distant reading” made operational through data.</a:t>
            </a:r>
            <a:br>
              <a:rPr lang="en-GB" sz="936" kern="1200" dirty="0">
                <a:solidFill>
                  <a:schemeClr val="tx1"/>
                </a:solidFill>
                <a:effectLst/>
                <a:latin typeface="+mn-lt"/>
                <a:ea typeface="+mn-ea"/>
                <a:cs typeface="+mn-cs"/>
              </a:rPr>
            </a:br>
            <a:r>
              <a:rPr lang="en-GB" sz="936" kern="1200" dirty="0">
                <a:solidFill>
                  <a:schemeClr val="tx1"/>
                </a:solidFill>
                <a:effectLst/>
                <a:latin typeface="+mn-lt"/>
                <a:ea typeface="+mn-ea"/>
                <a:cs typeface="+mn-cs"/>
              </a:rPr>
              <a:t>He writes:</a:t>
            </a:r>
          </a:p>
          <a:p>
            <a:r>
              <a:rPr lang="en-GB" sz="1000" i="1" dirty="0"/>
              <a:t>“the sheer quantity of available data makes the traditional practice of close reading untenable as an exhaustive or definitive method of evidence gathering. Something important will inevitably be missed. The same argument, however, may be </a:t>
            </a:r>
            <a:r>
              <a:rPr lang="en-GB" sz="1000" i="1" dirty="0" err="1"/>
              <a:t>leveled</a:t>
            </a:r>
            <a:r>
              <a:rPr lang="en-GB" sz="1000" i="1" dirty="0"/>
              <a:t> against the macroscale; from thirty thousand feet, something important will inevitably be missed.” </a:t>
            </a:r>
            <a:r>
              <a:rPr lang="en-GB" sz="1000" dirty="0"/>
              <a:t>(Jockers 2013, p. 9)</a:t>
            </a:r>
          </a:p>
          <a:p>
            <a:endParaRPr sz="936" dirty="0">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Outputs are constructed evidence and need methodological explanation. </a:t>
            </a:r>
          </a:p>
          <a:p>
            <a:endParaRPr lang="en-GB" sz="1200" dirty="0"/>
          </a:p>
          <a:p>
            <a:r>
              <a:rPr lang="en-GB" sz="1200" dirty="0"/>
              <a:t>Computational results do not simply emerge from the text itself; they are produced through a chain of choices made before, during, and after analysis.</a:t>
            </a:r>
          </a:p>
          <a:p>
            <a:r>
              <a:rPr lang="en-GB" sz="1200" dirty="0"/>
              <a:t>Start with the corpus. </a:t>
            </a:r>
          </a:p>
          <a:p>
            <a:endParaRPr lang="en-GB" sz="1200" dirty="0"/>
          </a:p>
          <a:p>
            <a:r>
              <a:rPr lang="en-GB" sz="1200" dirty="0"/>
              <a:t>What texts were included, excluded, digitised, or lost? A result can look objective, but it may reflect the shape of the archive, the availability of digitised material, the quality of OCR, or the way metadata categories were assigned.</a:t>
            </a:r>
          </a:p>
          <a:p>
            <a:r>
              <a:rPr lang="en-GB" sz="1200" dirty="0"/>
              <a:t>Then consider preprocessing. </a:t>
            </a:r>
          </a:p>
          <a:p>
            <a:endParaRPr lang="en-GB" sz="1200" dirty="0"/>
          </a:p>
          <a:p>
            <a:r>
              <a:rPr lang="en-GB" sz="1200" dirty="0"/>
              <a:t>Decisions about spelling normalisation, tokenisation, stop words, lemmatisation, and named-entity recognition all affect what the tool can count or compare. These choices can make some patterns more visible while pushing others out of view.</a:t>
            </a:r>
          </a:p>
          <a:p>
            <a:endParaRPr lang="en-GB" sz="1200" dirty="0"/>
          </a:p>
          <a:p>
            <a:r>
              <a:rPr lang="en-GB" sz="1200" dirty="0"/>
              <a:t>The same applies to tools and algorithms. A topic model, frequency list, network graph, or classifier is not neutral evidence on its own. Each method has assumptions about what counts as similarity, difference, importance, or signal. Those assumptions need to be explained to the audience.</a:t>
            </a:r>
          </a:p>
          <a:p>
            <a:endParaRPr lang="en-GB" sz="1200" dirty="0"/>
          </a:p>
          <a:p>
            <a:r>
              <a:rPr lang="en-GB" sz="1200" dirty="0"/>
              <a:t>Computational methods can reveal repetition, absence, comparison, and change at scales that are difficult to see manually. But they can also obscure irony, ambiguity, polysemy, marginal voices, and archival bias if the researcher treats the output as self-evident.</a:t>
            </a:r>
          </a:p>
          <a:p>
            <a:endParaRPr lang="en-GB" sz="1200" dirty="0"/>
          </a:p>
          <a:p>
            <a:r>
              <a:rPr lang="en-GB" sz="1200" dirty="0"/>
              <a:t>The result is not the argument. The result is an invitation to ask better interpretive questions, check the evidence, and explain the method that produced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noProof="0" dirty="0"/>
              <a:t>Ask Corpora the Right Questions</a:t>
            </a:r>
          </a:p>
          <a:p>
            <a:endParaRPr lang="en-GB" noProof="0" dirty="0"/>
          </a:p>
          <a:p>
            <a:r>
              <a:rPr lang="en-GB" noProof="0" dirty="0"/>
              <a:t>Corpora are useful when the question depends on pattern, comparison, or scale.</a:t>
            </a:r>
          </a:p>
          <a:p>
            <a:endParaRPr lang="en-GB" noProof="0" dirty="0"/>
          </a:p>
          <a:p>
            <a:r>
              <a:rPr lang="en-GB" noProof="0" dirty="0"/>
              <a:t>They are less useful when the question depends on a few passages that can already be read closely.</a:t>
            </a:r>
          </a:p>
          <a:p>
            <a:endParaRPr lang="en-GB" noProof="0" dirty="0"/>
          </a:p>
          <a:p>
            <a:r>
              <a:rPr lang="en-GB" noProof="0" dirty="0"/>
              <a:t>Simple methods can support complex arguments when the question is well designed.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counting is only useful when it is paired with context. These methods are not separate from interpretation; they are ways of organising evidence so that interpretive questions can be asked more carefully.</a:t>
            </a:r>
          </a:p>
          <a:p>
            <a:endParaRPr lang="en-GB" dirty="0"/>
          </a:p>
          <a:p>
            <a:r>
              <a:rPr lang="en-GB" sz="1200" dirty="0"/>
              <a:t>Simple counts show what appears often in a corpus. They can be a helpful first orientation, but frequency alone does not tell us importance or meaning. A common word may be central, formulaic, or simply a feature of genre.</a:t>
            </a:r>
          </a:p>
          <a:p>
            <a:endParaRPr lang="en-GB" sz="1200" dirty="0"/>
          </a:p>
          <a:p>
            <a:r>
              <a:rPr lang="en-GB" sz="1200" dirty="0"/>
              <a:t>Keywords take the next step by comparing one group of texts against another. The question is not just what appears often, but what appears unusually often in this corpus, period, author, genre, or archive compared with a reference set.</a:t>
            </a:r>
          </a:p>
          <a:p>
            <a:endParaRPr lang="en-GB" sz="1200" dirty="0"/>
          </a:p>
          <a:p>
            <a:r>
              <a:rPr lang="en-GB" sz="1200" dirty="0"/>
              <a:t>Concordances and KWIC views bring the reader back to context. They show each occurrence of a word with the words around it, allowing us to check whether a pattern is consistent, ambiguous, ironic, or dependent on a particular phrase or setting.</a:t>
            </a:r>
          </a:p>
          <a:p>
            <a:endParaRPr lang="en-GB" sz="1200" dirty="0"/>
          </a:p>
          <a:p>
            <a:r>
              <a:rPr lang="en-GB" sz="1200" dirty="0"/>
              <a:t>Collocations help identify words that tend to appear together. This is useful for studying associations, repeated formulas, semantic fields, or changes in discourse. But collocation is a prompt for close reading, not a final conclusion.</a:t>
            </a:r>
          </a:p>
          <a:p>
            <a:endParaRPr lang="en-GB" sz="1200" dirty="0"/>
          </a:p>
          <a:p>
            <a:r>
              <a:rPr lang="en-GB" sz="1200" dirty="0"/>
              <a:t>These methods move us from counting words to interpreting patterns. The strongest analysis combines the distant view of distribution with the close view of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e763bc5966_0_18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indent="0" algn="l" rtl="0">
              <a:spcBef>
                <a:spcPts val="0"/>
              </a:spcBef>
              <a:spcAft>
                <a:spcPts val="0"/>
              </a:spcAft>
              <a:buNone/>
            </a:pPr>
            <a:r>
              <a:rPr lang="en-GB" sz="1200" dirty="0"/>
              <a:t>NLP is the broad family of computational methods that tries to process language in ways that preserve some of its structure, meaning, and variation.</a:t>
            </a:r>
          </a:p>
          <a:p>
            <a:pPr marL="0" indent="0" algn="l" rtl="0">
              <a:spcBef>
                <a:spcPts val="0"/>
              </a:spcBef>
              <a:spcAft>
                <a:spcPts val="0"/>
              </a:spcAft>
              <a:buNone/>
            </a:pPr>
            <a:endParaRPr lang="en-GB" dirty="0"/>
          </a:p>
          <a:p>
            <a:r>
              <a:rPr lang="en-GB" sz="1200" dirty="0"/>
              <a:t>Corpus analysis is the foundation: we gather a defined set of texts, prepare them consistently, and ask what patterns appear across the collection. The important point is that the corpus is designed, not neutral, so results always depend on what has been included and how it has been cleaned.</a:t>
            </a:r>
          </a:p>
          <a:p>
            <a:endParaRPr lang="en-GB" sz="1200" dirty="0"/>
          </a:p>
          <a:p>
            <a:r>
              <a:rPr lang="en-GB" sz="1200" dirty="0"/>
              <a:t>Sentiment analysis attempts to classify tone or emotional orientation. It can be useful for large-scale comparisons, but in humanities materials it must be handled carefully because irony, genre, historical vocabulary, and context can easily confuse automated scores.</a:t>
            </a:r>
          </a:p>
          <a:p>
            <a:endParaRPr lang="en-GB" sz="1200" dirty="0"/>
          </a:p>
          <a:p>
            <a:r>
              <a:rPr lang="en-GB" sz="1200" dirty="0"/>
              <a:t>Stylometry looks for measurable features of style, such as word frequencies, sentence length, function words, or recurring patterns. It is often used for authorship attribution, genre comparison, or tracking stylistic change over time.</a:t>
            </a:r>
          </a:p>
          <a:p>
            <a:endParaRPr lang="en-GB" sz="1200" dirty="0"/>
          </a:p>
          <a:p>
            <a:r>
              <a:rPr lang="en-GB" sz="1200" dirty="0"/>
              <a:t>Topic </a:t>
            </a:r>
            <a:r>
              <a:rPr lang="en-GB" sz="1200" dirty="0" err="1"/>
              <a:t>modeling</a:t>
            </a:r>
            <a:r>
              <a:rPr lang="en-GB" sz="1200" dirty="0"/>
              <a:t> groups words that tend to occur together and suggests broad themes within a corpus. It is exploratory rather than definitive: topics need to be interpreted, named, checked against sample passages, and connected back to the research question.</a:t>
            </a:r>
          </a:p>
          <a:p>
            <a:endParaRPr lang="en-GB" sz="1200" dirty="0"/>
          </a:p>
          <a:p>
            <a:r>
              <a:rPr lang="en-GB" sz="1200" dirty="0"/>
              <a:t>NLP gives us ways to scale up interpretation, but every output still needs human judgement. The method can reveal patterns; the scholar has to decide what those patterns mean.</a:t>
            </a:r>
          </a:p>
        </p:txBody>
      </p:sp>
      <p:sp>
        <p:nvSpPr>
          <p:cNvPr id="180" name="Google Shape;180;ge763bc5966_0_18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Even with publicly available texts, remember:</a:t>
            </a:r>
          </a:p>
          <a:p>
            <a:r>
              <a:t>Respect copyright limits (if working beyond public domain).</a:t>
            </a:r>
          </a:p>
          <a:p>
            <a:r>
              <a:t>Avoid uploading sensitive data (personal diaries, emails) into online tools.</a:t>
            </a:r>
          </a:p>
          <a:p>
            <a:r>
              <a:t>Cite tools and data sources just as you would cite texts or articles.</a:t>
            </a:r>
          </a:p>
          <a:p>
            <a:r>
              <a:t>Voyant provides a “Citation” tab you can copy into your bibliography.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541109-16F3-DE45-8CE3-DCD3D3E36C0A}" type="slidenum">
              <a:rPr lang="en-GB" smtClean="0"/>
              <a:t>15</a:t>
            </a:fld>
            <a:endParaRPr lang="en-GB"/>
          </a:p>
        </p:txBody>
      </p:sp>
    </p:spTree>
    <p:extLst>
      <p:ext uri="{BB962C8B-B14F-4D97-AF65-F5344CB8AC3E}">
        <p14:creationId xmlns:p14="http://schemas.microsoft.com/office/powerpoint/2010/main" val="2799053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541109-16F3-DE45-8CE3-DCD3D3E36C0A}" type="slidenum">
              <a:rPr lang="en-GB" smtClean="0"/>
              <a:t>16</a:t>
            </a:fld>
            <a:endParaRPr lang="en-GB"/>
          </a:p>
        </p:txBody>
      </p:sp>
    </p:spTree>
    <p:extLst>
      <p:ext uri="{BB962C8B-B14F-4D97-AF65-F5344CB8AC3E}">
        <p14:creationId xmlns:p14="http://schemas.microsoft.com/office/powerpoint/2010/main" val="441823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0D59801-F0B7-BA57-BBF4-CD34996B7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143000" y="1270000"/>
            <a:ext cx="6858000" cy="3175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3"/>
          </a:p>
        </p:txBody>
      </p:sp>
      <p:sp>
        <p:nvSpPr>
          <p:cNvPr id="6" name="Title 14">
            <a:extLst>
              <a:ext uri="{FF2B5EF4-FFF2-40B4-BE49-F238E27FC236}">
                <a16:creationId xmlns:a16="http://schemas.microsoft.com/office/drawing/2014/main" id="{1AE6A94C-3D8B-19E3-11C4-4D3ABCFA8F4D}"/>
              </a:ext>
            </a:extLst>
          </p:cNvPr>
          <p:cNvSpPr>
            <a:spLocks noGrp="1"/>
          </p:cNvSpPr>
          <p:nvPr>
            <p:ph type="ctrTitle"/>
          </p:nvPr>
        </p:nvSpPr>
        <p:spPr>
          <a:xfrm>
            <a:off x="2637235" y="1584855"/>
            <a:ext cx="3869531" cy="834761"/>
          </a:xfrm>
        </p:spPr>
        <p:txBody>
          <a:bodyPr>
            <a:normAutofit/>
          </a:bodyPr>
          <a:lstStyle>
            <a:lvl1pPr marL="0" indent="0" algn="ctr">
              <a:buFont typeface="Arial" panose="020B0604020202020204" pitchFamily="34" charset="0"/>
              <a:buNone/>
              <a:defRPr spc="450">
                <a:latin typeface="+mj-lt"/>
              </a:defRPr>
            </a:lvl1pPr>
          </a:lstStyle>
          <a:p>
            <a:r>
              <a:rPr lang="en-GB" sz="1800"/>
              <a:t>Click to edit Master title style</a:t>
            </a:r>
            <a:endParaRPr lang="en-GB" sz="1800" dirty="0"/>
          </a:p>
        </p:txBody>
      </p:sp>
      <p:sp>
        <p:nvSpPr>
          <p:cNvPr id="7" name="Subtitle 15">
            <a:extLst>
              <a:ext uri="{FF2B5EF4-FFF2-40B4-BE49-F238E27FC236}">
                <a16:creationId xmlns:a16="http://schemas.microsoft.com/office/drawing/2014/main" id="{16C74A29-A2CE-C2FA-A0B6-5391F422F712}"/>
              </a:ext>
            </a:extLst>
          </p:cNvPr>
          <p:cNvSpPr>
            <a:spLocks noGrp="1"/>
          </p:cNvSpPr>
          <p:nvPr>
            <p:ph type="subTitle" idx="1"/>
          </p:nvPr>
        </p:nvSpPr>
        <p:spPr>
          <a:xfrm>
            <a:off x="2115127" y="2537354"/>
            <a:ext cx="4913745" cy="596636"/>
          </a:xfrm>
        </p:spPr>
        <p:txBody>
          <a:bodyPr>
            <a:noAutofit/>
          </a:bodyPr>
          <a:lstStyle>
            <a:lvl1pPr marL="0" indent="0" algn="ctr">
              <a:buNone/>
              <a:defRPr sz="1400" cap="all" spc="450" baseline="0">
                <a:latin typeface="+mj-lt"/>
              </a:defRPr>
            </a:lvl1pPr>
          </a:lstStyle>
          <a:p>
            <a:r>
              <a:rPr lang="en-GB"/>
              <a:t>Click to edit Master subtitle style</a:t>
            </a:r>
            <a:endParaRPr lang="en-GB" dirty="0"/>
          </a:p>
        </p:txBody>
      </p:sp>
      <p:sp>
        <p:nvSpPr>
          <p:cNvPr id="8" name="Text Placeholder 16">
            <a:extLst>
              <a:ext uri="{FF2B5EF4-FFF2-40B4-BE49-F238E27FC236}">
                <a16:creationId xmlns:a16="http://schemas.microsoft.com/office/drawing/2014/main" id="{5BE0A8AF-5406-AC9A-6FA4-F341FC901A2D}"/>
              </a:ext>
            </a:extLst>
          </p:cNvPr>
          <p:cNvSpPr>
            <a:spLocks noGrp="1"/>
          </p:cNvSpPr>
          <p:nvPr>
            <p:ph type="body" sz="quarter" idx="11"/>
          </p:nvPr>
        </p:nvSpPr>
        <p:spPr>
          <a:xfrm>
            <a:off x="2911674" y="3458104"/>
            <a:ext cx="3320653" cy="608542"/>
          </a:xfrm>
        </p:spPr>
        <p:txBody>
          <a:bodyPr>
            <a:noAutofit/>
          </a:bodyPr>
          <a:lstStyle>
            <a:lvl1pPr marL="0" indent="0" algn="ctr">
              <a:buNone/>
              <a:defRPr sz="1200"/>
            </a:lvl1pPr>
          </a:lstStyle>
          <a:p>
            <a:pPr lvl="0">
              <a:spcBef>
                <a:spcPts val="0"/>
              </a:spcBef>
            </a:pPr>
            <a:r>
              <a:rPr lang="en-GB" sz="1050"/>
              <a:t>Click to edit Master text styles</a:t>
            </a:r>
          </a:p>
        </p:txBody>
      </p:sp>
      <p:cxnSp>
        <p:nvCxnSpPr>
          <p:cNvPr id="13" name="Straight Connector 12">
            <a:extLst>
              <a:ext uri="{FF2B5EF4-FFF2-40B4-BE49-F238E27FC236}">
                <a16:creationId xmlns:a16="http://schemas.microsoft.com/office/drawing/2014/main" id="{2B428FC2-9E15-480E-17B0-ECD8154A60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userDrawn="1">
            <p:extLst>
              <p:ext uri="{386F3935-93C4-4BCD-93E2-E3B085C9AB24}">
                <p16:designElem xmlns:p16="http://schemas.microsoft.com/office/powerpoint/2015/main" val="1"/>
              </p:ext>
            </p:extLst>
          </p:nvPr>
        </p:nvCxnSpPr>
        <p:spPr>
          <a:xfrm>
            <a:off x="4207817" y="330048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77336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072174" y="363599"/>
            <a:ext cx="6928826" cy="853200"/>
          </a:xfrm>
        </p:spPr>
        <p:txBody>
          <a:bodyPr anchor="b"/>
          <a:lstStyle>
            <a:lvl1pPr>
              <a:defRPr>
                <a:solidFill>
                  <a:schemeClr val="tx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072174" y="1371600"/>
            <a:ext cx="6928826" cy="3708400"/>
          </a:xfrm>
        </p:spPr>
        <p:txBody>
          <a:bodyPr/>
          <a:lstStyle>
            <a:lvl1pPr>
              <a:defRPr>
                <a:solidFill>
                  <a:schemeClr val="tx1"/>
                </a:solidFill>
              </a:defRPr>
            </a:lvl1pPr>
            <a:lvl2pPr>
              <a:defRPr b="0">
                <a:solidFill>
                  <a:schemeClr val="tx1"/>
                </a:solidFill>
              </a:defRPr>
            </a:lvl2pPr>
            <a:lvl3pPr>
              <a:defRPr>
                <a:solidFill>
                  <a:schemeClr val="tx1"/>
                </a:solidFill>
              </a:defRPr>
            </a:lvl3pPr>
            <a:lvl4pPr>
              <a:defRPr b="0">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Date Placeholder 9">
            <a:extLst>
              <a:ext uri="{FF2B5EF4-FFF2-40B4-BE49-F238E27FC236}">
                <a16:creationId xmlns:a16="http://schemas.microsoft.com/office/drawing/2014/main" id="{0A22C04A-C51C-3AE7-94E9-CAC117C070DC}"/>
              </a:ext>
            </a:extLst>
          </p:cNvPr>
          <p:cNvSpPr>
            <a:spLocks noGrp="1"/>
          </p:cNvSpPr>
          <p:nvPr>
            <p:ph type="dt" sz="half" idx="10"/>
          </p:nvPr>
        </p:nvSpPr>
        <p:spPr>
          <a:xfrm rot="5400000">
            <a:off x="7633108" y="4146665"/>
            <a:ext cx="2457713" cy="273844"/>
          </a:xfrm>
          <a:prstGeom prst="rect">
            <a:avLst/>
          </a:prstGeom>
        </p:spPr>
        <p:txBody>
          <a:bodyPr/>
          <a:lstStyle/>
          <a:p>
            <a:fld id="{3200B18A-15DE-E041-99A1-FFCEB2646FF5}" type="datetime1">
              <a:rPr lang="en-GB" smtClean="0"/>
              <a:t>06/07/2026</a:t>
            </a:fld>
            <a:endParaRPr lang="en-GB" dirty="0"/>
          </a:p>
        </p:txBody>
      </p:sp>
      <p:sp>
        <p:nvSpPr>
          <p:cNvPr id="12" name="Slide Number Placeholder 11">
            <a:extLst>
              <a:ext uri="{FF2B5EF4-FFF2-40B4-BE49-F238E27FC236}">
                <a16:creationId xmlns:a16="http://schemas.microsoft.com/office/drawing/2014/main" id="{1472D23D-C7CF-D93F-5C0E-4FDB42D88DF2}"/>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2AF1F4C5-1260-5805-E721-6D6D67FBA52F}"/>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928694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066309" y="1072962"/>
            <a:ext cx="6213722" cy="2594220"/>
          </a:xfrm>
        </p:spPr>
        <p:txBody>
          <a:bodyPr anchor="t"/>
          <a:lstStyle>
            <a:lvl1pPr>
              <a:defRPr sz="27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066308" y="3849756"/>
            <a:ext cx="5791692" cy="1230244"/>
          </a:xfrm>
        </p:spPr>
        <p:txBody>
          <a:bodyPr anchor="t">
            <a:normAutofit/>
          </a:bodyPr>
          <a:lstStyle>
            <a:lvl1pPr marL="0" indent="0">
              <a:buNone/>
              <a:defRPr sz="13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11" name="Date Placeholder 10">
            <a:extLst>
              <a:ext uri="{FF2B5EF4-FFF2-40B4-BE49-F238E27FC236}">
                <a16:creationId xmlns:a16="http://schemas.microsoft.com/office/drawing/2014/main" id="{C861C299-A0B2-0456-4FA2-BD7F032C582E}"/>
              </a:ext>
            </a:extLst>
          </p:cNvPr>
          <p:cNvSpPr>
            <a:spLocks noGrp="1"/>
          </p:cNvSpPr>
          <p:nvPr>
            <p:ph type="dt" sz="half" idx="10"/>
          </p:nvPr>
        </p:nvSpPr>
        <p:spPr>
          <a:xfrm rot="5400000">
            <a:off x="7633108" y="4146665"/>
            <a:ext cx="2457713" cy="273844"/>
          </a:xfrm>
          <a:prstGeom prst="rect">
            <a:avLst/>
          </a:prstGeom>
        </p:spPr>
        <p:txBody>
          <a:bodyPr/>
          <a:lstStyle/>
          <a:p>
            <a:fld id="{FD546B30-2D94-CD48-A92F-F118A113CC49}" type="datetime1">
              <a:rPr lang="en-GB" smtClean="0"/>
              <a:t>06/07/2026</a:t>
            </a:fld>
            <a:endParaRPr lang="en-GB" dirty="0"/>
          </a:p>
        </p:txBody>
      </p:sp>
      <p:sp>
        <p:nvSpPr>
          <p:cNvPr id="13" name="Slide Number Placeholder 12">
            <a:extLst>
              <a:ext uri="{FF2B5EF4-FFF2-40B4-BE49-F238E27FC236}">
                <a16:creationId xmlns:a16="http://schemas.microsoft.com/office/drawing/2014/main" id="{64EE04E1-8E4C-EF3C-94CF-F9D3DED8F626}"/>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39E4C8BE-C90A-4AFD-492D-FF117664CD15}"/>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235739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072174" y="363600"/>
            <a:ext cx="6928826" cy="853200"/>
          </a:xfrm>
        </p:spPr>
        <p:txBody>
          <a:bodyPr/>
          <a:lstStyle>
            <a:lvl1pPr>
              <a:defRPr>
                <a:solidFill>
                  <a:schemeClr val="tx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072175" y="1371600"/>
            <a:ext cx="3371850" cy="37084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4629150" y="1371600"/>
            <a:ext cx="3371850" cy="37084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Date Placeholder 7">
            <a:extLst>
              <a:ext uri="{FF2B5EF4-FFF2-40B4-BE49-F238E27FC236}">
                <a16:creationId xmlns:a16="http://schemas.microsoft.com/office/drawing/2014/main" id="{BD995AAD-C427-B11E-A89E-368225CE1622}"/>
              </a:ext>
            </a:extLst>
          </p:cNvPr>
          <p:cNvSpPr>
            <a:spLocks noGrp="1"/>
          </p:cNvSpPr>
          <p:nvPr>
            <p:ph type="dt" sz="half" idx="10"/>
          </p:nvPr>
        </p:nvSpPr>
        <p:spPr>
          <a:xfrm rot="5400000">
            <a:off x="7633108" y="4146665"/>
            <a:ext cx="2457713" cy="273844"/>
          </a:xfrm>
          <a:prstGeom prst="rect">
            <a:avLst/>
          </a:prstGeom>
        </p:spPr>
        <p:txBody>
          <a:bodyPr vert="horz" lIns="91440" tIns="45720" rIns="91440" bIns="45720" rtlCol="0" anchor="ctr"/>
          <a:lstStyle>
            <a:lvl1pPr algn="l">
              <a:defRPr sz="825">
                <a:solidFill>
                  <a:schemeClr val="tx1">
                    <a:tint val="75000"/>
                  </a:schemeClr>
                </a:solidFill>
              </a:defRPr>
            </a:lvl1pPr>
          </a:lstStyle>
          <a:p>
            <a:fld id="{123EB3A4-71DB-7E40-BDE5-24DF3DD5EDAA}" type="datetime1">
              <a:rPr lang="en-GB" smtClean="0"/>
              <a:t>06/07/2026</a:t>
            </a:fld>
            <a:endParaRPr lang="en-GB" dirty="0"/>
          </a:p>
        </p:txBody>
      </p:sp>
      <p:sp>
        <p:nvSpPr>
          <p:cNvPr id="10" name="Slide Number Placeholder 8">
            <a:extLst>
              <a:ext uri="{FF2B5EF4-FFF2-40B4-BE49-F238E27FC236}">
                <a16:creationId xmlns:a16="http://schemas.microsoft.com/office/drawing/2014/main" id="{D1EC489D-6EA9-F988-447E-81E444C03D2D}"/>
              </a:ext>
            </a:extLst>
          </p:cNvPr>
          <p:cNvSpPr>
            <a:spLocks noGrp="1"/>
          </p:cNvSpPr>
          <p:nvPr>
            <p:ph type="sldNum" sz="quarter" idx="4"/>
          </p:nvPr>
        </p:nvSpPr>
        <p:spPr>
          <a:xfrm>
            <a:off x="8681013" y="2579593"/>
            <a:ext cx="361905" cy="362253"/>
          </a:xfrm>
          <a:prstGeom prst="rect">
            <a:avLst/>
          </a:prstGeom>
        </p:spPr>
        <p:txBody>
          <a:bodyPr vert="horz" lIns="91440" tIns="45720" rIns="91440" bIns="45720" rtlCol="0" anchor="ctr"/>
          <a:lstStyle>
            <a:lvl1pPr algn="ctr">
              <a:defRPr lang="en-GB" sz="900" smtClean="0">
                <a:solidFill>
                  <a:schemeClr val="tx1">
                    <a:tint val="75000"/>
                  </a:schemeClr>
                </a:solidFill>
              </a:defRPr>
            </a:lvl1pPr>
          </a:lstStyle>
          <a:p>
            <a:fld id="{DBF5BF70-AF59-E844-AFDD-1A12549F0ECB}" type="slidenum">
              <a:rPr lang="en-GB" smtClean="0"/>
              <a:pPr/>
              <a:t>‹#›</a:t>
            </a:fld>
            <a:endParaRPr lang="en-GB"/>
          </a:p>
        </p:txBody>
      </p:sp>
      <p:sp>
        <p:nvSpPr>
          <p:cNvPr id="5" name="Footer Placeholder 6">
            <a:extLst>
              <a:ext uri="{FF2B5EF4-FFF2-40B4-BE49-F238E27FC236}">
                <a16:creationId xmlns:a16="http://schemas.microsoft.com/office/drawing/2014/main" id="{7828ADD2-7876-A88B-2674-0D3B7959E494}"/>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1326653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46EA6D4-DBC5-FCA6-EF61-70B937D59A47}"/>
              </a:ext>
            </a:extLst>
          </p:cNvPr>
          <p:cNvSpPr>
            <a:spLocks noGrp="1"/>
          </p:cNvSpPr>
          <p:nvPr>
            <p:ph type="ftr" sz="quarter" idx="10"/>
          </p:nvPr>
        </p:nvSpPr>
        <p:spPr/>
        <p:txBody>
          <a:bodyPr/>
          <a:lstStyle/>
          <a:p>
            <a:endParaRPr lang="en-GB" dirty="0"/>
          </a:p>
        </p:txBody>
      </p:sp>
      <p:sp>
        <p:nvSpPr>
          <p:cNvPr id="4" name="Date Placeholder 3">
            <a:extLst>
              <a:ext uri="{FF2B5EF4-FFF2-40B4-BE49-F238E27FC236}">
                <a16:creationId xmlns:a16="http://schemas.microsoft.com/office/drawing/2014/main" id="{7C9269F6-9BF3-6D96-0BFF-0225651DC930}"/>
              </a:ext>
            </a:extLst>
          </p:cNvPr>
          <p:cNvSpPr>
            <a:spLocks noGrp="1"/>
          </p:cNvSpPr>
          <p:nvPr>
            <p:ph type="dt" sz="half" idx="11"/>
          </p:nvPr>
        </p:nvSpPr>
        <p:spPr/>
        <p:txBody>
          <a:bodyPr/>
          <a:lstStyle/>
          <a:p>
            <a:fld id="{495C1055-E761-6541-B6D7-D34DE8D450DE}" type="datetime1">
              <a:rPr lang="en-GB" smtClean="0"/>
              <a:t>06/07/2026</a:t>
            </a:fld>
            <a:endParaRPr lang="en-GB" dirty="0"/>
          </a:p>
        </p:txBody>
      </p:sp>
      <p:sp>
        <p:nvSpPr>
          <p:cNvPr id="5" name="Slide Number Placeholder 4">
            <a:extLst>
              <a:ext uri="{FF2B5EF4-FFF2-40B4-BE49-F238E27FC236}">
                <a16:creationId xmlns:a16="http://schemas.microsoft.com/office/drawing/2014/main" id="{177B96E6-1686-7F7F-7341-05E70D51E921}"/>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6" name="Content Placeholder 6">
            <a:extLst>
              <a:ext uri="{FF2B5EF4-FFF2-40B4-BE49-F238E27FC236}">
                <a16:creationId xmlns:a16="http://schemas.microsoft.com/office/drawing/2014/main" id="{4D4A90E9-4755-27E7-EDE8-4D6A5A176893}"/>
              </a:ext>
            </a:extLst>
          </p:cNvPr>
          <p:cNvSpPr>
            <a:spLocks noGrp="1"/>
          </p:cNvSpPr>
          <p:nvPr>
            <p:ph sz="half" idx="1"/>
          </p:nvPr>
        </p:nvSpPr>
        <p:spPr>
          <a:xfrm>
            <a:off x="628650" y="432080"/>
            <a:ext cx="3886200" cy="4715390"/>
          </a:xfrm>
        </p:spPr>
        <p:txBody>
          <a:bodyPr>
            <a:normAutofit/>
          </a:bodyPr>
          <a:lstStyle/>
          <a:p>
            <a:pPr lvl="0"/>
            <a:r>
              <a:rPr lang="en-GB" sz="2000"/>
              <a:t>Click to edit Master text styles</a:t>
            </a:r>
          </a:p>
        </p:txBody>
      </p:sp>
      <p:sp>
        <p:nvSpPr>
          <p:cNvPr id="7" name="Content Placeholder 8">
            <a:extLst>
              <a:ext uri="{FF2B5EF4-FFF2-40B4-BE49-F238E27FC236}">
                <a16:creationId xmlns:a16="http://schemas.microsoft.com/office/drawing/2014/main" id="{6355D1EC-BA0F-7E8C-8E6F-264F9B9AE16E}"/>
              </a:ext>
            </a:extLst>
          </p:cNvPr>
          <p:cNvSpPr>
            <a:spLocks noGrp="1"/>
          </p:cNvSpPr>
          <p:nvPr>
            <p:ph sz="half" idx="2"/>
          </p:nvPr>
        </p:nvSpPr>
        <p:spPr>
          <a:xfrm>
            <a:off x="4629150" y="432080"/>
            <a:ext cx="3886200" cy="4715390"/>
          </a:xfrm>
        </p:spPr>
        <p:txBody>
          <a:bodyPr>
            <a:normAutofit/>
          </a:bodyPr>
          <a:lstStyle/>
          <a:p>
            <a:pPr lvl="0"/>
            <a:r>
              <a:rPr lang="en-GB" sz="2000"/>
              <a:t>Click to edit Master text styles</a:t>
            </a:r>
          </a:p>
        </p:txBody>
      </p:sp>
    </p:spTree>
    <p:extLst>
      <p:ext uri="{BB962C8B-B14F-4D97-AF65-F5344CB8AC3E}">
        <p14:creationId xmlns:p14="http://schemas.microsoft.com/office/powerpoint/2010/main" val="226656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174" y="363600"/>
            <a:ext cx="6928826" cy="853200"/>
          </a:xfrm>
        </p:spPr>
        <p:txBody>
          <a:bodyPr/>
          <a:lstStyle>
            <a:lvl1pPr>
              <a:defRPr>
                <a:solidFill>
                  <a:schemeClr val="tx1"/>
                </a:solidFill>
              </a:defRPr>
            </a:lvl1p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14230"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a:xfrm rot="5400000">
            <a:off x="7633108" y="4146665"/>
            <a:ext cx="2457713" cy="273844"/>
          </a:xfrm>
          <a:prstGeom prst="rect">
            <a:avLst/>
          </a:prstGeom>
        </p:spPr>
        <p:txBody>
          <a:bodyPr/>
          <a:lstStyle/>
          <a:p>
            <a:fld id="{6E6C1ED2-102F-794D-855D-21798C91B36B}" type="datetime1">
              <a:rPr lang="en-GB" smtClean="0"/>
              <a:t>06/07/2026</a:t>
            </a:fld>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56289"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61086"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Footer Placeholder 6">
            <a:extLst>
              <a:ext uri="{FF2B5EF4-FFF2-40B4-BE49-F238E27FC236}">
                <a16:creationId xmlns:a16="http://schemas.microsoft.com/office/drawing/2014/main" id="{5F287B56-95B3-5F2E-38B4-0AFF23BB3A79}"/>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495791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800" y="363600"/>
            <a:ext cx="6928826" cy="724203"/>
          </a:xfrm>
        </p:spPr>
        <p:txBody>
          <a:bodyPr/>
          <a:lstStyle>
            <a:lvl1pPr>
              <a:defRPr>
                <a:solidFill>
                  <a:schemeClr val="tx1"/>
                </a:solidFill>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072800" y="1220481"/>
            <a:ext cx="3371849" cy="586860"/>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072799" y="2082799"/>
            <a:ext cx="3371850" cy="300989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4629774" y="1220480"/>
            <a:ext cx="3371850"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4629774" y="2082799"/>
            <a:ext cx="3371850" cy="300989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4703670"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B5178A-4501-4B56-8BF1-D083D7B021CE}"/>
              </a:ext>
            </a:extLst>
          </p:cNvPr>
          <p:cNvCxnSpPr>
            <a:cxnSpLocks/>
          </p:cNvCxnSpPr>
          <p:nvPr userDrawn="1"/>
        </p:nvCxnSpPr>
        <p:spPr>
          <a:xfrm>
            <a:off x="1143625"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a:xfrm rot="5400000">
            <a:off x="7633108" y="4146665"/>
            <a:ext cx="2457713" cy="273844"/>
          </a:xfrm>
          <a:prstGeom prst="rect">
            <a:avLst/>
          </a:prstGeom>
        </p:spPr>
        <p:txBody>
          <a:bodyPr/>
          <a:lstStyle/>
          <a:p>
            <a:fld id="{826A425D-E4D5-BC42-8883-B2B525F7BFB5}" type="datetime1">
              <a:rPr lang="en-GB" smtClean="0"/>
              <a:t>06/07/2026</a:t>
            </a:fld>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7" name="Footer Placeholder 6">
            <a:extLst>
              <a:ext uri="{FF2B5EF4-FFF2-40B4-BE49-F238E27FC236}">
                <a16:creationId xmlns:a16="http://schemas.microsoft.com/office/drawing/2014/main" id="{95E93885-87C4-B471-5B90-A99642611B43}"/>
              </a:ext>
            </a:extLst>
          </p:cNvPr>
          <p:cNvSpPr>
            <a:spLocks noGrp="1"/>
          </p:cNvSpPr>
          <p:nvPr>
            <p:ph type="ftr" sz="quarter" idx="1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3694893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56991" y="363599"/>
            <a:ext cx="6928826" cy="723599"/>
          </a:xfrm>
        </p:spPr>
        <p:txBody>
          <a:bodyPr/>
          <a:lstStyle>
            <a:lvl1pPr>
              <a:defRPr>
                <a:solidFill>
                  <a:schemeClr val="tx1"/>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3410135"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10135"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3478481"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a:xfrm rot="5400000">
            <a:off x="7633108" y="4146665"/>
            <a:ext cx="2457713" cy="273844"/>
          </a:xfrm>
          <a:prstGeom prst="rect">
            <a:avLst/>
          </a:prstGeom>
        </p:spPr>
        <p:txBody>
          <a:bodyPr/>
          <a:lstStyle/>
          <a:p>
            <a:fld id="{E66919C0-6504-CC4E-8BB7-0A9CB65C2628}" type="datetime1">
              <a:rPr lang="en-GB" smtClean="0"/>
              <a:t>06/07/2026</a:t>
            </a:fld>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5752194"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52194"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5820540"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56991"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56991"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25338"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6">
            <a:extLst>
              <a:ext uri="{FF2B5EF4-FFF2-40B4-BE49-F238E27FC236}">
                <a16:creationId xmlns:a16="http://schemas.microsoft.com/office/drawing/2014/main" id="{6AA8D3B2-419C-D2C0-9575-87FA3EF0E244}"/>
              </a:ext>
            </a:extLst>
          </p:cNvPr>
          <p:cNvSpPr>
            <a:spLocks noGrp="1"/>
          </p:cNvSpPr>
          <p:nvPr>
            <p:ph type="ftr" sz="quarter" idx="17"/>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306631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a:xfrm rot="5400000">
            <a:off x="7633108" y="4146665"/>
            <a:ext cx="2457713" cy="273844"/>
          </a:xfrm>
          <a:prstGeom prst="rect">
            <a:avLst/>
          </a:prstGeom>
        </p:spPr>
        <p:txBody>
          <a:bodyPr/>
          <a:lstStyle/>
          <a:p>
            <a:fld id="{54E69C8B-2F6B-654F-88BA-C6D93C8CC547}" type="datetime1">
              <a:rPr lang="en-GB" smtClean="0"/>
              <a:t>06/07/2026</a:t>
            </a:fld>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4584033" y="879959"/>
            <a:ext cx="3308004"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4584033" y="1742279"/>
            <a:ext cx="3308004"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4656222" y="1594786"/>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96500" y="879959"/>
            <a:ext cx="3308004"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96500" y="1742279"/>
            <a:ext cx="3308004"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64847" y="1599498"/>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6">
            <a:extLst>
              <a:ext uri="{FF2B5EF4-FFF2-40B4-BE49-F238E27FC236}">
                <a16:creationId xmlns:a16="http://schemas.microsoft.com/office/drawing/2014/main" id="{08E5EDBA-62CB-9406-653C-2F6A5617687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933450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3449645"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49645"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3517991"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a:xfrm rot="5400000">
            <a:off x="7633108" y="4146665"/>
            <a:ext cx="2457713" cy="273844"/>
          </a:xfrm>
          <a:prstGeom prst="rect">
            <a:avLst/>
          </a:prstGeom>
        </p:spPr>
        <p:txBody>
          <a:bodyPr/>
          <a:lstStyle/>
          <a:p>
            <a:fld id="{5A7B6498-4F44-E84D-A3DD-22F7A6518D12}" type="datetime1">
              <a:rPr lang="en-GB" smtClean="0"/>
              <a:t>06/07/2026</a:t>
            </a:fld>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5791703"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91703"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5860049"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96501"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96501"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64847"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6">
            <a:extLst>
              <a:ext uri="{FF2B5EF4-FFF2-40B4-BE49-F238E27FC236}">
                <a16:creationId xmlns:a16="http://schemas.microsoft.com/office/drawing/2014/main" id="{E4037758-89DA-2033-7757-446B1A279F41}"/>
              </a:ext>
            </a:extLst>
          </p:cNvPr>
          <p:cNvSpPr>
            <a:spLocks noGrp="1"/>
          </p:cNvSpPr>
          <p:nvPr>
            <p:ph type="ftr" sz="quarter" idx="17"/>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2011968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0"/>
            <a:ext cx="3411503" cy="1079499"/>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a:xfrm rot="5400000">
            <a:off x="7633108" y="4146665"/>
            <a:ext cx="2457713" cy="273844"/>
          </a:xfrm>
          <a:prstGeom prst="rect">
            <a:avLst/>
          </a:prstGeom>
        </p:spPr>
        <p:txBody>
          <a:bodyPr/>
          <a:lstStyle/>
          <a:p>
            <a:fld id="{41BD7DF5-B2FD-9542-BD81-1A92B56D3FFE}" type="datetime1">
              <a:rPr lang="en-GB" smtClean="0"/>
              <a:t>06/07/2026</a:t>
            </a:fld>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sz="quarter" idx="17"/>
          </p:nvPr>
        </p:nvSpPr>
        <p:spPr>
          <a:xfrm>
            <a:off x="4660325" y="771844"/>
            <a:ext cx="3823275" cy="4176448"/>
          </a:xfrm>
        </p:spPr>
        <p:txBody>
          <a:bodyPr/>
          <a:lstStyle/>
          <a:p>
            <a:r>
              <a:rPr lang="en-GB"/>
              <a:t>Click icon to add online image</a:t>
            </a:r>
            <a:endParaRPr lang="en-GB" dirty="0"/>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sz="quarter" idx="18"/>
          </p:nvPr>
        </p:nvSpPr>
        <p:spPr>
          <a:xfrm>
            <a:off x="1072140" y="1854200"/>
            <a:ext cx="3411537" cy="3225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812113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1"/>
            <a:ext cx="3499826" cy="950836"/>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a:xfrm rot="5400000">
            <a:off x="7633108" y="4146665"/>
            <a:ext cx="2457713" cy="273844"/>
          </a:xfrm>
          <a:prstGeom prst="rect">
            <a:avLst/>
          </a:prstGeom>
        </p:spPr>
        <p:txBody>
          <a:bodyPr/>
          <a:lstStyle/>
          <a:p>
            <a:fld id="{C0FA1F44-D7B4-3641-9E2A-45677447743A}" type="datetime1">
              <a:rPr lang="en-GB" smtClean="0"/>
              <a:t>06/07/2026</a:t>
            </a:fld>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sz="quarter" idx="17"/>
          </p:nvPr>
        </p:nvSpPr>
        <p:spPr>
          <a:xfrm>
            <a:off x="4774406" y="771844"/>
            <a:ext cx="3829050" cy="4176448"/>
          </a:xfrm>
        </p:spPr>
        <p:txBody>
          <a:bodyPr/>
          <a:lstStyle/>
          <a:p>
            <a:r>
              <a:rPr lang="en-GB"/>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sz="quarter" idx="15"/>
          </p:nvPr>
        </p:nvSpPr>
        <p:spPr>
          <a:xfrm>
            <a:off x="1072174" y="1672442"/>
            <a:ext cx="3499826" cy="417833"/>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sz="quarter" idx="18"/>
          </p:nvPr>
        </p:nvSpPr>
        <p:spPr>
          <a:xfrm>
            <a:off x="1072174" y="2176880"/>
            <a:ext cx="3499826" cy="2928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70236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6313" y="635000"/>
            <a:ext cx="3411503" cy="1079499"/>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a:xfrm rot="5400000">
            <a:off x="7633108" y="4146665"/>
            <a:ext cx="2457713" cy="273844"/>
          </a:xfrm>
          <a:prstGeom prst="rect">
            <a:avLst/>
          </a:prstGeom>
        </p:spPr>
        <p:txBody>
          <a:bodyPr/>
          <a:lstStyle/>
          <a:p>
            <a:fld id="{6FBA5DC5-6B06-6849-8C79-798579D758A7}" type="datetime1">
              <a:rPr lang="en-GB" smtClean="0"/>
              <a:t>06/07/2026</a:t>
            </a:fld>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sz="quarter" idx="17"/>
          </p:nvPr>
        </p:nvSpPr>
        <p:spPr>
          <a:xfrm>
            <a:off x="832396" y="771844"/>
            <a:ext cx="3823275" cy="4176448"/>
          </a:xfrm>
        </p:spPr>
        <p:txBody>
          <a:bodyPr/>
          <a:lstStyle/>
          <a:p>
            <a:r>
              <a:rPr lang="en-GB"/>
              <a:t>Click icon to add online image</a:t>
            </a:r>
            <a:endParaRPr lang="en-GB" dirty="0"/>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sz="quarter" idx="18"/>
          </p:nvPr>
        </p:nvSpPr>
        <p:spPr>
          <a:xfrm>
            <a:off x="4846279" y="1854200"/>
            <a:ext cx="3411537" cy="3225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965142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5600" y="635001"/>
            <a:ext cx="3499826" cy="950836"/>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a:xfrm rot="5400000">
            <a:off x="7633108" y="4146665"/>
            <a:ext cx="2457713" cy="273844"/>
          </a:xfrm>
          <a:prstGeom prst="rect">
            <a:avLst/>
          </a:prstGeom>
        </p:spPr>
        <p:txBody>
          <a:bodyPr/>
          <a:lstStyle/>
          <a:p>
            <a:fld id="{415A7CA8-D274-3443-9765-A1F36A3BB554}" type="datetime1">
              <a:rPr lang="en-GB" smtClean="0"/>
              <a:t>06/07/2026</a:t>
            </a:fld>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sz="quarter" idx="17"/>
          </p:nvPr>
        </p:nvSpPr>
        <p:spPr>
          <a:xfrm>
            <a:off x="831600" y="771844"/>
            <a:ext cx="3829050" cy="4176448"/>
          </a:xfrm>
        </p:spPr>
        <p:txBody>
          <a:bodyPr/>
          <a:lstStyle/>
          <a:p>
            <a:r>
              <a:rPr lang="en-GB"/>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sz="quarter" idx="15"/>
          </p:nvPr>
        </p:nvSpPr>
        <p:spPr>
          <a:xfrm>
            <a:off x="4845600" y="1672442"/>
            <a:ext cx="3499826" cy="417833"/>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sz="quarter" idx="18"/>
          </p:nvPr>
        </p:nvSpPr>
        <p:spPr>
          <a:xfrm>
            <a:off x="4845600" y="2176880"/>
            <a:ext cx="3499826" cy="2928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263293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40562-281C-0FD1-96BD-57FFA059BFFE}"/>
              </a:ext>
            </a:extLst>
          </p:cNvPr>
          <p:cNvSpPr/>
          <p:nvPr userDrawn="1"/>
        </p:nvSpPr>
        <p:spPr>
          <a:xfrm>
            <a:off x="4356100" y="0"/>
            <a:ext cx="4787900" cy="5715000"/>
          </a:xfrm>
          <a:prstGeom prst="rect">
            <a:avLst/>
          </a:prstGeom>
          <a:solidFill>
            <a:srgbClr val="2A382F"/>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1C7007D-8380-1107-2E8D-ECAB70AD11BA}"/>
              </a:ext>
            </a:extLst>
          </p:cNvPr>
          <p:cNvSpPr>
            <a:spLocks noGrp="1"/>
          </p:cNvSpPr>
          <p:nvPr>
            <p:ph type="title"/>
          </p:nvPr>
        </p:nvSpPr>
        <p:spPr>
          <a:xfrm>
            <a:off x="640374" y="690933"/>
            <a:ext cx="3296626" cy="1287400"/>
          </a:xfrm>
        </p:spPr>
        <p:txBody>
          <a:bodyPr/>
          <a:lstStyle>
            <a:lvl1pPr algn="ctr">
              <a:defRPr/>
            </a:lvl1pPr>
          </a:lstStyle>
          <a:p>
            <a:r>
              <a:rPr lang="en-GB"/>
              <a:t>Click to edit Master title style</a:t>
            </a:r>
            <a:endParaRPr lang="en-GB" dirty="0"/>
          </a:p>
        </p:txBody>
      </p:sp>
      <p:sp>
        <p:nvSpPr>
          <p:cNvPr id="3" name="Footer Placeholder 2">
            <a:extLst>
              <a:ext uri="{FF2B5EF4-FFF2-40B4-BE49-F238E27FC236}">
                <a16:creationId xmlns:a16="http://schemas.microsoft.com/office/drawing/2014/main" id="{45357DF7-D088-B8D2-EEB6-62234E831DA6}"/>
              </a:ext>
            </a:extLst>
          </p:cNvPr>
          <p:cNvSpPr>
            <a:spLocks noGrp="1"/>
          </p:cNvSpPr>
          <p:nvPr>
            <p:ph type="ftr" sz="quarter" idx="10"/>
          </p:nvPr>
        </p:nvSpPr>
        <p:spPr>
          <a:xfrm rot="5400000">
            <a:off x="7729890" y="1197711"/>
            <a:ext cx="2264149" cy="273844"/>
          </a:xfrm>
          <a:prstGeom prst="rect">
            <a:avLst/>
          </a:prstGeom>
        </p:spPr>
        <p:txBody>
          <a:bodyPr/>
          <a:lstStyle/>
          <a:p>
            <a:endParaRPr lang="en-GB" dirty="0"/>
          </a:p>
        </p:txBody>
      </p:sp>
      <p:sp>
        <p:nvSpPr>
          <p:cNvPr id="4" name="Date Placeholder 3">
            <a:extLst>
              <a:ext uri="{FF2B5EF4-FFF2-40B4-BE49-F238E27FC236}">
                <a16:creationId xmlns:a16="http://schemas.microsoft.com/office/drawing/2014/main" id="{DF60486A-8297-A743-3643-5F18ABA5F57A}"/>
              </a:ext>
            </a:extLst>
          </p:cNvPr>
          <p:cNvSpPr>
            <a:spLocks noGrp="1"/>
          </p:cNvSpPr>
          <p:nvPr>
            <p:ph type="dt" sz="half" idx="11"/>
          </p:nvPr>
        </p:nvSpPr>
        <p:spPr>
          <a:xfrm rot="5400000">
            <a:off x="7633108" y="4146665"/>
            <a:ext cx="2457713" cy="273844"/>
          </a:xfrm>
          <a:prstGeom prst="rect">
            <a:avLst/>
          </a:prstGeom>
        </p:spPr>
        <p:txBody>
          <a:bodyPr/>
          <a:lstStyle/>
          <a:p>
            <a:fld id="{2A30DE21-5172-EA4A-B531-E672CC05EDF9}" type="datetime1">
              <a:rPr lang="en-GB" smtClean="0"/>
              <a:t>06/07/2026</a:t>
            </a:fld>
            <a:endParaRPr lang="en-GB" dirty="0"/>
          </a:p>
        </p:txBody>
      </p:sp>
      <p:sp>
        <p:nvSpPr>
          <p:cNvPr id="5" name="Slide Number Placeholder 4">
            <a:extLst>
              <a:ext uri="{FF2B5EF4-FFF2-40B4-BE49-F238E27FC236}">
                <a16:creationId xmlns:a16="http://schemas.microsoft.com/office/drawing/2014/main" id="{C4F7D32F-CF57-3F50-CC75-944F6C563985}"/>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dirty="0"/>
          </a:p>
        </p:txBody>
      </p:sp>
      <p:sp>
        <p:nvSpPr>
          <p:cNvPr id="8" name="Content Placeholder 7">
            <a:extLst>
              <a:ext uri="{FF2B5EF4-FFF2-40B4-BE49-F238E27FC236}">
                <a16:creationId xmlns:a16="http://schemas.microsoft.com/office/drawing/2014/main" id="{C268E6C1-73BE-73AE-200B-36039F1BC46D}"/>
              </a:ext>
            </a:extLst>
          </p:cNvPr>
          <p:cNvSpPr>
            <a:spLocks noGrp="1"/>
          </p:cNvSpPr>
          <p:nvPr>
            <p:ph sz="quarter" idx="13"/>
          </p:nvPr>
        </p:nvSpPr>
        <p:spPr>
          <a:xfrm>
            <a:off x="640374" y="2082800"/>
            <a:ext cx="3296626" cy="3111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FD0C843D-350E-0480-6A39-E392DDD3FBFC}"/>
              </a:ext>
            </a:extLst>
          </p:cNvPr>
          <p:cNvSpPr>
            <a:spLocks noGrp="1"/>
          </p:cNvSpPr>
          <p:nvPr>
            <p:ph sz="quarter" idx="14"/>
          </p:nvPr>
        </p:nvSpPr>
        <p:spPr>
          <a:xfrm>
            <a:off x="4572000" y="419100"/>
            <a:ext cx="3949700" cy="492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951594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55663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52E56-A388-689F-A2BB-E5462DCAC372}"/>
              </a:ext>
            </a:extLst>
          </p:cNvPr>
          <p:cNvSpPr>
            <a:spLocks noGrp="1"/>
          </p:cNvSpPr>
          <p:nvPr>
            <p:ph type="title"/>
          </p:nvPr>
        </p:nvSpPr>
        <p:spPr>
          <a:xfrm>
            <a:off x="762000" y="886691"/>
            <a:ext cx="6740235" cy="3973854"/>
          </a:xfrm>
        </p:spPr>
        <p:txBody>
          <a:bodyPr/>
          <a:lstStyle>
            <a:lvl1pPr>
              <a:defRPr sz="3600">
                <a:solidFill>
                  <a:schemeClr val="bg2"/>
                </a:solidFill>
              </a:defRPr>
            </a:lvl1pPr>
          </a:lstStyle>
          <a:p>
            <a:r>
              <a:rPr lang="en-GB"/>
              <a:t>Click to edit Master title style</a:t>
            </a:r>
            <a:endParaRPr lang="en-GB" dirty="0"/>
          </a:p>
        </p:txBody>
      </p:sp>
      <p:sp>
        <p:nvSpPr>
          <p:cNvPr id="3" name="Footer Placeholder 2">
            <a:extLst>
              <a:ext uri="{FF2B5EF4-FFF2-40B4-BE49-F238E27FC236}">
                <a16:creationId xmlns:a16="http://schemas.microsoft.com/office/drawing/2014/main" id="{0A762021-AC9E-A48A-E134-64484F3463A5}"/>
              </a:ext>
            </a:extLst>
          </p:cNvPr>
          <p:cNvSpPr>
            <a:spLocks noGrp="1"/>
          </p:cNvSpPr>
          <p:nvPr>
            <p:ph type="ftr" sz="quarter" idx="10"/>
          </p:nvPr>
        </p:nvSpPr>
        <p:spPr>
          <a:xfrm rot="5400000">
            <a:off x="7729890" y="1197711"/>
            <a:ext cx="2264149" cy="273844"/>
          </a:xfrm>
          <a:prstGeom prst="rect">
            <a:avLst/>
          </a:prstGeom>
        </p:spPr>
        <p:txBody>
          <a:bodyPr/>
          <a:lstStyle/>
          <a:p>
            <a:endParaRPr lang="en-GB" dirty="0"/>
          </a:p>
        </p:txBody>
      </p:sp>
      <p:sp>
        <p:nvSpPr>
          <p:cNvPr id="4" name="Date Placeholder 3">
            <a:extLst>
              <a:ext uri="{FF2B5EF4-FFF2-40B4-BE49-F238E27FC236}">
                <a16:creationId xmlns:a16="http://schemas.microsoft.com/office/drawing/2014/main" id="{0E5F443E-FE8E-B668-E53C-56D2421B330D}"/>
              </a:ext>
            </a:extLst>
          </p:cNvPr>
          <p:cNvSpPr>
            <a:spLocks noGrp="1"/>
          </p:cNvSpPr>
          <p:nvPr>
            <p:ph type="dt" sz="half" idx="11"/>
          </p:nvPr>
        </p:nvSpPr>
        <p:spPr>
          <a:xfrm rot="5400000">
            <a:off x="7633108" y="4146665"/>
            <a:ext cx="2457713" cy="273844"/>
          </a:xfrm>
          <a:prstGeom prst="rect">
            <a:avLst/>
          </a:prstGeom>
        </p:spPr>
        <p:txBody>
          <a:bodyPr/>
          <a:lstStyle/>
          <a:p>
            <a:fld id="{914E1249-416C-9D4A-92ED-F131353025EE}" type="datetime1">
              <a:rPr lang="en-GB" smtClean="0"/>
              <a:t>06/07/2026</a:t>
            </a:fld>
            <a:endParaRPr lang="en-GB" dirty="0"/>
          </a:p>
        </p:txBody>
      </p:sp>
      <p:sp>
        <p:nvSpPr>
          <p:cNvPr id="5" name="Slide Number Placeholder 4">
            <a:extLst>
              <a:ext uri="{FF2B5EF4-FFF2-40B4-BE49-F238E27FC236}">
                <a16:creationId xmlns:a16="http://schemas.microsoft.com/office/drawing/2014/main" id="{69BCC5AD-4F6A-7232-C10A-463285BD06F3}"/>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Tree>
    <p:extLst>
      <p:ext uri="{BB962C8B-B14F-4D97-AF65-F5344CB8AC3E}">
        <p14:creationId xmlns:p14="http://schemas.microsoft.com/office/powerpoint/2010/main" val="32906669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a:xfrm>
            <a:off x="1072174" y="363600"/>
            <a:ext cx="6928826" cy="853200"/>
          </a:xfrm>
        </p:spPr>
        <p:txBody>
          <a:bodyPr/>
          <a:lstStyle/>
          <a:p>
            <a:r>
              <a:rPr lang="en-GB"/>
              <a:t>Click to edit Master title style</a:t>
            </a:r>
            <a:endParaRPr lang="en-US"/>
          </a:p>
        </p:txBody>
      </p:sp>
      <p:sp>
        <p:nvSpPr>
          <p:cNvPr id="10" name="Date Placeholder 9">
            <a:extLst>
              <a:ext uri="{FF2B5EF4-FFF2-40B4-BE49-F238E27FC236}">
                <a16:creationId xmlns:a16="http://schemas.microsoft.com/office/drawing/2014/main" id="{E50563C7-B845-1B67-E165-468E01A142B2}"/>
              </a:ext>
            </a:extLst>
          </p:cNvPr>
          <p:cNvSpPr>
            <a:spLocks noGrp="1"/>
          </p:cNvSpPr>
          <p:nvPr>
            <p:ph type="dt" sz="half" idx="10"/>
          </p:nvPr>
        </p:nvSpPr>
        <p:spPr>
          <a:xfrm rot="5400000">
            <a:off x="7633108" y="4146665"/>
            <a:ext cx="2457713" cy="273844"/>
          </a:xfrm>
          <a:prstGeom prst="rect">
            <a:avLst/>
          </a:prstGeom>
        </p:spPr>
        <p:txBody>
          <a:bodyPr/>
          <a:lstStyle/>
          <a:p>
            <a:fld id="{C154DF12-AADC-7341-803A-A07625DA4349}" type="datetime1">
              <a:rPr lang="en-GB" smtClean="0"/>
              <a:t>06/07/2026</a:t>
            </a:fld>
            <a:endParaRPr lang="en-GB" dirty="0"/>
          </a:p>
        </p:txBody>
      </p:sp>
      <p:sp>
        <p:nvSpPr>
          <p:cNvPr id="12" name="Slide Number Placeholder 11">
            <a:extLst>
              <a:ext uri="{FF2B5EF4-FFF2-40B4-BE49-F238E27FC236}">
                <a16:creationId xmlns:a16="http://schemas.microsoft.com/office/drawing/2014/main" id="{5E0593CE-6E16-40ED-9909-02133948CF97}"/>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3" name="Footer Placeholder 6">
            <a:extLst>
              <a:ext uri="{FF2B5EF4-FFF2-40B4-BE49-F238E27FC236}">
                <a16:creationId xmlns:a16="http://schemas.microsoft.com/office/drawing/2014/main" id="{B0A1152B-8268-372E-6625-742B1D66BA52}"/>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42270973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856DB31F-D63E-D981-829A-3CCBE78C8B19}"/>
              </a:ext>
            </a:extLst>
          </p:cNvPr>
          <p:cNvSpPr>
            <a:spLocks noGrp="1"/>
          </p:cNvSpPr>
          <p:nvPr>
            <p:ph type="dt" sz="half" idx="10"/>
          </p:nvPr>
        </p:nvSpPr>
        <p:spPr>
          <a:xfrm rot="5400000">
            <a:off x="7633108" y="4146665"/>
            <a:ext cx="2457713" cy="273844"/>
          </a:xfrm>
          <a:prstGeom prst="rect">
            <a:avLst/>
          </a:prstGeom>
        </p:spPr>
        <p:txBody>
          <a:bodyPr/>
          <a:lstStyle/>
          <a:p>
            <a:fld id="{8DD55DF5-F57A-0B44-9957-95C2AFB81EBB}" type="datetime1">
              <a:rPr lang="en-GB" smtClean="0"/>
              <a:t>06/07/2026</a:t>
            </a:fld>
            <a:endParaRPr lang="en-GB" dirty="0"/>
          </a:p>
        </p:txBody>
      </p:sp>
      <p:sp>
        <p:nvSpPr>
          <p:cNvPr id="10" name="Slide Number Placeholder 9">
            <a:extLst>
              <a:ext uri="{FF2B5EF4-FFF2-40B4-BE49-F238E27FC236}">
                <a16:creationId xmlns:a16="http://schemas.microsoft.com/office/drawing/2014/main" id="{33A022CE-94EA-94A0-5F6F-690EDD2CD38A}"/>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B3908EC1-D7C1-A350-9065-7FBF9CD243EE}"/>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3340443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4000501" y="635000"/>
            <a:ext cx="4000499" cy="4445000"/>
          </a:xfrm>
        </p:spPr>
        <p:txBody>
          <a:bodyPr anchor="ctr">
            <a:normAutofit/>
          </a:bodyPr>
          <a:lstStyle>
            <a:lvl1pPr>
              <a:defRPr sz="2100">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a:extLst>
              <a:ext uri="{FF2B5EF4-FFF2-40B4-BE49-F238E27FC236}">
                <a16:creationId xmlns:a16="http://schemas.microsoft.com/office/drawing/2014/main" id="{290FD177-6A66-BF93-044C-58936703C8B8}"/>
              </a:ext>
            </a:extLst>
          </p:cNvPr>
          <p:cNvSpPr>
            <a:spLocks noGrp="1"/>
          </p:cNvSpPr>
          <p:nvPr>
            <p:ph type="dt" sz="half" idx="10"/>
          </p:nvPr>
        </p:nvSpPr>
        <p:spPr>
          <a:xfrm rot="5400000">
            <a:off x="7633108" y="4146665"/>
            <a:ext cx="2457713" cy="273844"/>
          </a:xfrm>
          <a:prstGeom prst="rect">
            <a:avLst/>
          </a:prstGeom>
        </p:spPr>
        <p:txBody>
          <a:bodyPr/>
          <a:lstStyle/>
          <a:p>
            <a:fld id="{74D41445-EAEB-3D45-8D86-5B60DEDF3AEB}" type="datetime1">
              <a:rPr lang="en-GB" smtClean="0"/>
              <a:t>06/07/2026</a:t>
            </a:fld>
            <a:endParaRPr lang="en-GB" dirty="0"/>
          </a:p>
        </p:txBody>
      </p:sp>
      <p:sp>
        <p:nvSpPr>
          <p:cNvPr id="10" name="Slide Number Placeholder 9">
            <a:extLst>
              <a:ext uri="{FF2B5EF4-FFF2-40B4-BE49-F238E27FC236}">
                <a16:creationId xmlns:a16="http://schemas.microsoft.com/office/drawing/2014/main" id="{54F9CA93-CABC-8B4C-97C2-4496BC754071}"/>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5" name="Footer Placeholder 6">
            <a:extLst>
              <a:ext uri="{FF2B5EF4-FFF2-40B4-BE49-F238E27FC236}">
                <a16:creationId xmlns:a16="http://schemas.microsoft.com/office/drawing/2014/main" id="{12FBD274-AD36-812E-45A2-2809112CE68C}"/>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
        <p:nvSpPr>
          <p:cNvPr id="6" name="Title 1">
            <a:extLst>
              <a:ext uri="{FF2B5EF4-FFF2-40B4-BE49-F238E27FC236}">
                <a16:creationId xmlns:a16="http://schemas.microsoft.com/office/drawing/2014/main" id="{58F58A41-285C-1AA8-3026-0EEA94B85360}"/>
              </a:ext>
            </a:extLst>
          </p:cNvPr>
          <p:cNvSpPr>
            <a:spLocks noGrp="1"/>
          </p:cNvSpPr>
          <p:nvPr>
            <p:ph type="title"/>
          </p:nvPr>
        </p:nvSpPr>
        <p:spPr>
          <a:xfrm>
            <a:off x="1075157" y="1152605"/>
            <a:ext cx="2656663" cy="1704895"/>
          </a:xfrm>
        </p:spPr>
        <p:txBody>
          <a:bodyPr anchor="b"/>
          <a:lstStyle>
            <a:lvl1pPr algn="r">
              <a:defRPr sz="2100">
                <a:solidFill>
                  <a:schemeClr val="tx1"/>
                </a:solidFill>
              </a:defRPr>
            </a:lvl1pPr>
          </a:lstStyle>
          <a:p>
            <a:r>
              <a:rPr lang="en-GB"/>
              <a:t>Click to edit Master title style</a:t>
            </a:r>
            <a:endParaRPr lang="en-US" dirty="0"/>
          </a:p>
        </p:txBody>
      </p:sp>
      <p:sp>
        <p:nvSpPr>
          <p:cNvPr id="7" name="Text Placeholder 3">
            <a:extLst>
              <a:ext uri="{FF2B5EF4-FFF2-40B4-BE49-F238E27FC236}">
                <a16:creationId xmlns:a16="http://schemas.microsoft.com/office/drawing/2014/main" id="{CDB4A44E-63A3-BAE9-8778-4186391F0D4D}"/>
              </a:ext>
            </a:extLst>
          </p:cNvPr>
          <p:cNvSpPr>
            <a:spLocks noGrp="1"/>
          </p:cNvSpPr>
          <p:nvPr>
            <p:ph type="body" sz="half" idx="2"/>
          </p:nvPr>
        </p:nvSpPr>
        <p:spPr>
          <a:xfrm>
            <a:off x="1075158" y="3041402"/>
            <a:ext cx="2656663" cy="1403598"/>
          </a:xfrm>
        </p:spPr>
        <p:txBody>
          <a:bodyPr/>
          <a:lstStyle>
            <a:lvl1pPr marL="0" indent="0" algn="r">
              <a:buNone/>
              <a:defRPr sz="12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Tree>
    <p:extLst>
      <p:ext uri="{BB962C8B-B14F-4D97-AF65-F5344CB8AC3E}">
        <p14:creationId xmlns:p14="http://schemas.microsoft.com/office/powerpoint/2010/main" val="35438931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a:xfrm>
            <a:off x="1072800" y="363600"/>
            <a:ext cx="6928826" cy="853200"/>
          </a:xfrm>
        </p:spPr>
        <p:txBody>
          <a:bodyPr/>
          <a:lstStyle>
            <a:lvl1pPr>
              <a:defRPr>
                <a:solidFill>
                  <a:schemeClr val="tx1"/>
                </a:solidFill>
              </a:defRPr>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072174" y="1371600"/>
            <a:ext cx="6928826" cy="37084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Date Placeholder 9">
            <a:extLst>
              <a:ext uri="{FF2B5EF4-FFF2-40B4-BE49-F238E27FC236}">
                <a16:creationId xmlns:a16="http://schemas.microsoft.com/office/drawing/2014/main" id="{3D2AF288-1887-21D1-1BF6-12D9D516B325}"/>
              </a:ext>
            </a:extLst>
          </p:cNvPr>
          <p:cNvSpPr>
            <a:spLocks noGrp="1"/>
          </p:cNvSpPr>
          <p:nvPr>
            <p:ph type="dt" sz="half" idx="10"/>
          </p:nvPr>
        </p:nvSpPr>
        <p:spPr>
          <a:xfrm rot="5400000">
            <a:off x="7633108" y="4146665"/>
            <a:ext cx="2457713" cy="273844"/>
          </a:xfrm>
          <a:prstGeom prst="rect">
            <a:avLst/>
          </a:prstGeom>
        </p:spPr>
        <p:txBody>
          <a:bodyPr/>
          <a:lstStyle/>
          <a:p>
            <a:fld id="{3FDF1538-D689-374C-8E85-73583330A734}" type="datetime1">
              <a:rPr lang="en-GB" smtClean="0"/>
              <a:t>06/07/2026</a:t>
            </a:fld>
            <a:endParaRPr lang="en-GB" dirty="0"/>
          </a:p>
        </p:txBody>
      </p:sp>
      <p:sp>
        <p:nvSpPr>
          <p:cNvPr id="12" name="Slide Number Placeholder 11">
            <a:extLst>
              <a:ext uri="{FF2B5EF4-FFF2-40B4-BE49-F238E27FC236}">
                <a16:creationId xmlns:a16="http://schemas.microsoft.com/office/drawing/2014/main" id="{051530D4-71B9-A32E-DAAC-B5A086EA0E47}"/>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E2162E7A-3BED-85B6-0ACA-1AA1CF0C401A}"/>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41480290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6858000" y="1223083"/>
            <a:ext cx="1318846" cy="3856918"/>
          </a:xfrm>
        </p:spPr>
        <p:txBody>
          <a:bodyPr vert="eaVert"/>
          <a:lstStyle>
            <a:lvl1pPr>
              <a:defRPr>
                <a:solidFill>
                  <a:schemeClr val="tx1"/>
                </a:solidFill>
              </a:defRPr>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886735" y="1223083"/>
            <a:ext cx="5879534" cy="3856918"/>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Date Placeholder 10">
            <a:extLst>
              <a:ext uri="{FF2B5EF4-FFF2-40B4-BE49-F238E27FC236}">
                <a16:creationId xmlns:a16="http://schemas.microsoft.com/office/drawing/2014/main" id="{0202A3D9-715A-A66E-BEAD-2DC48DE5D084}"/>
              </a:ext>
            </a:extLst>
          </p:cNvPr>
          <p:cNvSpPr>
            <a:spLocks noGrp="1"/>
          </p:cNvSpPr>
          <p:nvPr>
            <p:ph type="dt" sz="half" idx="10"/>
          </p:nvPr>
        </p:nvSpPr>
        <p:spPr>
          <a:xfrm rot="5400000">
            <a:off x="7633108" y="4146665"/>
            <a:ext cx="2457713" cy="273844"/>
          </a:xfrm>
          <a:prstGeom prst="rect">
            <a:avLst/>
          </a:prstGeom>
        </p:spPr>
        <p:txBody>
          <a:bodyPr/>
          <a:lstStyle/>
          <a:p>
            <a:fld id="{24A90D60-AD2C-FD40-85B1-BEEF6F3FB0F7}" type="datetime1">
              <a:rPr lang="en-GB" smtClean="0"/>
              <a:t>06/07/2026</a:t>
            </a:fld>
            <a:endParaRPr lang="en-GB" dirty="0"/>
          </a:p>
        </p:txBody>
      </p:sp>
      <p:sp>
        <p:nvSpPr>
          <p:cNvPr id="13" name="Slide Number Placeholder 12">
            <a:extLst>
              <a:ext uri="{FF2B5EF4-FFF2-40B4-BE49-F238E27FC236}">
                <a16:creationId xmlns:a16="http://schemas.microsoft.com/office/drawing/2014/main" id="{53D77885-B603-7906-D478-B18E6F1C49A8}"/>
              </a:ext>
            </a:extLst>
          </p:cNvPr>
          <p:cNvSpPr>
            <a:spLocks noGrp="1"/>
          </p:cNvSpPr>
          <p:nvPr>
            <p:ph type="sldNum" sz="quarter" idx="12"/>
          </p:nvPr>
        </p:nvSpPr>
        <p:spPr>
          <a:xfrm>
            <a:off x="8681013" y="2579593"/>
            <a:ext cx="361905" cy="362253"/>
          </a:xfrm>
          <a:prstGeom prst="rect">
            <a:avLst/>
          </a:prstGeom>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55D899C3-BA57-3E92-F97D-683DDDFA5A4D}"/>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Tree>
    <p:extLst>
      <p:ext uri="{BB962C8B-B14F-4D97-AF65-F5344CB8AC3E}">
        <p14:creationId xmlns:p14="http://schemas.microsoft.com/office/powerpoint/2010/main" val="918039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979FF-1A12-F419-155E-A5C3DFAE566E}"/>
              </a:ext>
            </a:extLst>
          </p:cNvPr>
          <p:cNvSpPr>
            <a:spLocks noGrp="1"/>
          </p:cNvSpPr>
          <p:nvPr>
            <p:ph type="title"/>
          </p:nvPr>
        </p:nvSpPr>
        <p:spPr/>
        <p:txBody>
          <a:bodyPr/>
          <a:lstStyle/>
          <a:p>
            <a:r>
              <a:t>Click to edit Master title style</a:t>
            </a:r>
          </a:p>
        </p:txBody>
      </p:sp>
      <p:sp>
        <p:nvSpPr>
          <p:cNvPr id="3" name="Text Placeholder 2">
            <a:extLst>
              <a:ext uri="{FF2B5EF4-FFF2-40B4-BE49-F238E27FC236}">
                <a16:creationId xmlns:a16="http://schemas.microsoft.com/office/drawing/2014/main" id="{56252CAD-AEA0-3F20-B599-928FA1669E17}"/>
              </a:ext>
            </a:extLst>
          </p:cNvPr>
          <p:cNvSpPr>
            <a:spLocks noGrp="1"/>
          </p:cNvSpPr>
          <p:nvPr>
            <p:ph type="body"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32C9EEAC-E7F2-4622-CBBC-6CB6BDA4AADA}"/>
              </a:ext>
            </a:extLst>
          </p:cNvPr>
          <p:cNvSpPr>
            <a:spLocks noGrp="1"/>
          </p:cNvSpPr>
          <p:nvPr>
            <p:ph type="dt" idx="10"/>
          </p:nvPr>
        </p:nvSpPr>
        <p:spPr/>
        <p:txBody>
          <a:bodyPr/>
          <a:lstStyle/>
          <a:p>
            <a:fld id="{7445D5E0-3672-BD42-9FC5-943A94988202}" type="datetimeFigureOut">
              <a:t>7/6/26</a:t>
            </a:fld>
            <a:endParaRPr/>
          </a:p>
        </p:txBody>
      </p:sp>
      <p:sp>
        <p:nvSpPr>
          <p:cNvPr id="5" name="Footer Placeholder 4">
            <a:extLst>
              <a:ext uri="{FF2B5EF4-FFF2-40B4-BE49-F238E27FC236}">
                <a16:creationId xmlns:a16="http://schemas.microsoft.com/office/drawing/2014/main" id="{29F7D75C-4E9C-DADD-00E7-E0C14071B10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9AC06ED-90A3-15ED-899C-C394C9BE8CD5}"/>
              </a:ext>
            </a:extLst>
          </p:cNvPr>
          <p:cNvSpPr>
            <a:spLocks noGrp="1"/>
          </p:cNvSpPr>
          <p:nvPr>
            <p:ph type="sldNum" idx="12"/>
          </p:nvPr>
        </p:nvSpPr>
        <p:spPr/>
        <p:txBody>
          <a:bodyPr/>
          <a:lstStyle/>
          <a:p>
            <a:fld id="{088D9CD1-DF71-2F4D-ADEE-191CB838CA0C}" type="slidenum">
              <a:t>‹#›</a:t>
            </a:fld>
            <a:endParaRPr/>
          </a:p>
        </p:txBody>
      </p:sp>
    </p:spTree>
    <p:extLst>
      <p:ext uri="{BB962C8B-B14F-4D97-AF65-F5344CB8AC3E}">
        <p14:creationId xmlns:p14="http://schemas.microsoft.com/office/powerpoint/2010/main" val="4209594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0D59801-F0B7-BA57-BBF4-CD34996B7984}"/>
              </a:ext>
            </a:extLst>
          </p:cNvPr>
          <p:cNvSpPr>
            <a:spLocks noGrp="1"/>
          </p:cNvSpPr>
          <p:nvPr/>
        </p:nvSpPr>
        <p:spPr>
          <a:xfrm>
            <a:off x="1143000" y="1270000"/>
            <a:ext cx="6858000" cy="3175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itle 14">
            <a:extLst>
              <a:ext uri="{FF2B5EF4-FFF2-40B4-BE49-F238E27FC236}">
                <a16:creationId xmlns:a16="http://schemas.microsoft.com/office/drawing/2014/main" id="{1AE6A94C-3D8B-19E3-11C4-4D3ABCFA8F4D}"/>
              </a:ext>
            </a:extLst>
          </p:cNvPr>
          <p:cNvSpPr>
            <a:spLocks noGrp="1"/>
          </p:cNvSpPr>
          <p:nvPr>
            <p:ph type="ctrTitle"/>
          </p:nvPr>
        </p:nvSpPr>
        <p:spPr>
          <a:xfrm>
            <a:off x="2637235" y="1584855"/>
            <a:ext cx="3869531" cy="834761"/>
          </a:xfrm>
        </p:spPr>
        <p:txBody>
          <a:bodyPr>
            <a:normAutofit/>
          </a:bodyPr>
          <a:lstStyle>
            <a:lvl1pPr marL="0" indent="0" algn="ctr">
              <a:buNone/>
              <a:defRPr spc="450">
                <a:latin typeface="+mj-lt"/>
                <a:ea typeface="+mj-lt"/>
                <a:cs typeface="+mj-lt"/>
              </a:defRPr>
            </a:lvl1pPr>
          </a:lstStyle>
          <a:p>
            <a:r>
              <a:rPr sz="1800"/>
              <a:t>Click to edit Master title style</a:t>
            </a:r>
          </a:p>
        </p:txBody>
      </p:sp>
      <p:sp>
        <p:nvSpPr>
          <p:cNvPr id="7" name="Subtitle 15">
            <a:extLst>
              <a:ext uri="{FF2B5EF4-FFF2-40B4-BE49-F238E27FC236}">
                <a16:creationId xmlns:a16="http://schemas.microsoft.com/office/drawing/2014/main" id="{16C74A29-A2CE-C2FA-A0B6-5391F422F712}"/>
              </a:ext>
            </a:extLst>
          </p:cNvPr>
          <p:cNvSpPr>
            <a:spLocks noGrp="1"/>
          </p:cNvSpPr>
          <p:nvPr>
            <p:ph type="subTitle" idx="1"/>
          </p:nvPr>
        </p:nvSpPr>
        <p:spPr>
          <a:xfrm>
            <a:off x="2974527" y="2483115"/>
            <a:ext cx="3194946" cy="596636"/>
          </a:xfrm>
        </p:spPr>
        <p:txBody>
          <a:bodyPr>
            <a:noAutofit/>
          </a:bodyPr>
          <a:lstStyle>
            <a:lvl1pPr marL="0" indent="0" algn="ctr">
              <a:buNone/>
              <a:defRPr cap="all" spc="450">
                <a:latin typeface="+mj-lt"/>
                <a:ea typeface="+mj-lt"/>
                <a:cs typeface="+mj-lt"/>
              </a:defRPr>
            </a:lvl1pPr>
          </a:lstStyle>
          <a:p>
            <a:r>
              <a:t>Click to edit Master subtitle style</a:t>
            </a:r>
          </a:p>
        </p:txBody>
      </p:sp>
      <p:sp>
        <p:nvSpPr>
          <p:cNvPr id="8" name="Text Placeholder 16">
            <a:extLst>
              <a:ext uri="{FF2B5EF4-FFF2-40B4-BE49-F238E27FC236}">
                <a16:creationId xmlns:a16="http://schemas.microsoft.com/office/drawing/2014/main" id="{5BE0A8AF-5406-AC9A-6FA4-F341FC901A2D}"/>
              </a:ext>
            </a:extLst>
          </p:cNvPr>
          <p:cNvSpPr>
            <a:spLocks noGrp="1"/>
          </p:cNvSpPr>
          <p:nvPr>
            <p:ph type="body" idx="11"/>
          </p:nvPr>
        </p:nvSpPr>
        <p:spPr>
          <a:xfrm>
            <a:off x="2911674" y="3458104"/>
            <a:ext cx="3320653" cy="608542"/>
          </a:xfrm>
        </p:spPr>
        <p:txBody>
          <a:bodyPr>
            <a:noAutofit/>
          </a:bodyPr>
          <a:lstStyle>
            <a:lvl1pPr marL="0" indent="0" algn="ctr">
              <a:buNone/>
              <a:defRPr sz="1200"/>
            </a:lvl1pPr>
          </a:lstStyle>
          <a:p>
            <a:pPr>
              <a:spcBef>
                <a:spcPts val="0"/>
              </a:spcBef>
              <a:buNone/>
            </a:pPr>
            <a:r>
              <a:rPr sz="1050"/>
              <a:t>Click to edit Master text styles</a:t>
            </a:r>
          </a:p>
        </p:txBody>
      </p:sp>
      <p:sp>
        <p:nvSpPr>
          <p:cNvPr id="13" name="Straight Connector 12">
            <a:extLst>
              <a:ext uri="{FF2B5EF4-FFF2-40B4-BE49-F238E27FC236}">
                <a16:creationId xmlns:a16="http://schemas.microsoft.com/office/drawing/2014/main" id="{3CC3AA9F-8B79-4B1C-9298-A563618E8FC3}"/>
              </a:ext>
            </a:extLst>
          </p:cNvPr>
          <p:cNvSpPr>
            <a:spLocks noGrp="1"/>
          </p:cNvSpPr>
          <p:nvPr/>
        </p:nvSpPr>
        <p:spPr>
          <a:xfrm>
            <a:off x="4207817" y="330048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Tree>
    <p:extLst>
      <p:ext uri="{BB962C8B-B14F-4D97-AF65-F5344CB8AC3E}">
        <p14:creationId xmlns:p14="http://schemas.microsoft.com/office/powerpoint/2010/main" val="24191215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072174" y="363599"/>
            <a:ext cx="6928826" cy="853200"/>
          </a:xfrm>
        </p:spPr>
        <p:txBody>
          <a:bodyPr anchor="b"/>
          <a:lstStyle>
            <a:lvl1pPr>
              <a:buNone/>
              <a:defRPr>
                <a:solidFill>
                  <a:schemeClr val="tx1"/>
                </a:solidFill>
              </a:defRPr>
            </a:lvl1pPr>
          </a:lstStyle>
          <a:p>
            <a:r>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072174" y="1371600"/>
            <a:ext cx="6928826" cy="3708400"/>
          </a:xfrm>
        </p:spPr>
        <p:txBody>
          <a:bodyPr/>
          <a:lstStyle>
            <a:lvl1pPr>
              <a:buNone/>
              <a:defRPr>
                <a:solidFill>
                  <a:schemeClr val="tx1"/>
                </a:solidFill>
              </a:defRPr>
            </a:lvl1pPr>
            <a:lvl2pPr>
              <a:buNone/>
              <a:defRPr b="0">
                <a:solidFill>
                  <a:schemeClr val="tx1"/>
                </a:solidFill>
              </a:defRPr>
            </a:lvl2pPr>
            <a:lvl3pPr>
              <a:buNone/>
              <a:defRPr>
                <a:solidFill>
                  <a:schemeClr val="tx1"/>
                </a:solidFill>
              </a:defRPr>
            </a:lvl3pPr>
            <a:lvl4pPr>
              <a:buNone/>
              <a:defRPr b="0">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0" name="Date Placeholder 9">
            <a:extLst>
              <a:ext uri="{FF2B5EF4-FFF2-40B4-BE49-F238E27FC236}">
                <a16:creationId xmlns:a16="http://schemas.microsoft.com/office/drawing/2014/main" id="{0A22C04A-C51C-3AE7-94E9-CAC117C070DC}"/>
              </a:ext>
            </a:extLst>
          </p:cNvPr>
          <p:cNvSpPr>
            <a:spLocks noGrp="1"/>
          </p:cNvSpPr>
          <p:nvPr>
            <p:ph type="dt" idx="10"/>
          </p:nvPr>
        </p:nvSpPr>
        <p:spPr/>
        <p:txBody>
          <a:bodyPr/>
          <a:lstStyle/>
          <a:p>
            <a:r>
              <a:t>2026</a:t>
            </a:r>
          </a:p>
        </p:txBody>
      </p:sp>
      <p:sp>
        <p:nvSpPr>
          <p:cNvPr id="12" name="Slide Number Placeholder 11">
            <a:extLst>
              <a:ext uri="{FF2B5EF4-FFF2-40B4-BE49-F238E27FC236}">
                <a16:creationId xmlns:a16="http://schemas.microsoft.com/office/drawing/2014/main" id="{1472D23D-C7CF-D93F-5C0E-4FDB42D88DF2}"/>
              </a:ext>
            </a:extLst>
          </p:cNvPr>
          <p:cNvSpPr>
            <a:spLocks noGrp="1"/>
          </p:cNvSpPr>
          <p:nvPr>
            <p:ph type="sldNum" idx="12"/>
          </p:nvPr>
        </p:nvSpPr>
        <p:spPr/>
        <p:txBody>
          <a:bodyPr/>
          <a:lstStyle/>
          <a:p>
            <a:fld id="{DBF5BF70-AF59-E844-AFDD-1A12549F0ECB}" type="slidenum">
              <a:t>‹#›</a:t>
            </a:fld>
            <a:endParaRPr/>
          </a:p>
        </p:txBody>
      </p:sp>
      <p:sp>
        <p:nvSpPr>
          <p:cNvPr id="4" name="Footer Placeholder 6">
            <a:extLst>
              <a:ext uri="{FF2B5EF4-FFF2-40B4-BE49-F238E27FC236}">
                <a16:creationId xmlns:a16="http://schemas.microsoft.com/office/drawing/2014/main" id="{2AF1F4C5-1260-5805-E721-6D6D67FBA52F}"/>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4231765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066309" y="1072962"/>
            <a:ext cx="6213722" cy="2594220"/>
          </a:xfrm>
        </p:spPr>
        <p:txBody>
          <a:bodyPr anchor="t"/>
          <a:lstStyle>
            <a:lvl1pPr>
              <a:buNone/>
              <a:defRPr sz="2700"/>
            </a:lvl1pPr>
          </a:lstStyle>
          <a:p>
            <a:r>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066308" y="3849756"/>
            <a:ext cx="5791692" cy="1230244"/>
          </a:xfrm>
        </p:spPr>
        <p:txBody>
          <a:bodyPr anchor="t">
            <a:normAutofit/>
          </a:bodyPr>
          <a:lstStyle>
            <a:lvl1pPr marL="0" indent="0">
              <a:buNone/>
              <a:defRPr sz="13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a:buNone/>
            </a:pPr>
            <a:r>
              <a:t>Click to edit Master text styles</a:t>
            </a:r>
          </a:p>
        </p:txBody>
      </p:sp>
      <p:sp>
        <p:nvSpPr>
          <p:cNvPr id="11" name="Date Placeholder 10">
            <a:extLst>
              <a:ext uri="{FF2B5EF4-FFF2-40B4-BE49-F238E27FC236}">
                <a16:creationId xmlns:a16="http://schemas.microsoft.com/office/drawing/2014/main" id="{C861C299-A0B2-0456-4FA2-BD7F032C582E}"/>
              </a:ext>
            </a:extLst>
          </p:cNvPr>
          <p:cNvSpPr>
            <a:spLocks noGrp="1"/>
          </p:cNvSpPr>
          <p:nvPr>
            <p:ph type="dt" idx="10"/>
          </p:nvPr>
        </p:nvSpPr>
        <p:spPr/>
        <p:txBody>
          <a:bodyPr/>
          <a:lstStyle/>
          <a:p>
            <a:r>
              <a:t>2026</a:t>
            </a:r>
          </a:p>
        </p:txBody>
      </p:sp>
      <p:sp>
        <p:nvSpPr>
          <p:cNvPr id="13" name="Slide Number Placeholder 12">
            <a:extLst>
              <a:ext uri="{FF2B5EF4-FFF2-40B4-BE49-F238E27FC236}">
                <a16:creationId xmlns:a16="http://schemas.microsoft.com/office/drawing/2014/main" id="{64EE04E1-8E4C-EF3C-94CF-F9D3DED8F626}"/>
              </a:ext>
            </a:extLst>
          </p:cNvPr>
          <p:cNvSpPr>
            <a:spLocks noGrp="1"/>
          </p:cNvSpPr>
          <p:nvPr>
            <p:ph type="sldNum" idx="12"/>
          </p:nvPr>
        </p:nvSpPr>
        <p:spPr/>
        <p:txBody>
          <a:bodyPr/>
          <a:lstStyle/>
          <a:p>
            <a:fld id="{DBF5BF70-AF59-E844-AFDD-1A12549F0ECB}" type="slidenum">
              <a:t>‹#›</a:t>
            </a:fld>
            <a:endParaRPr/>
          </a:p>
        </p:txBody>
      </p:sp>
      <p:sp>
        <p:nvSpPr>
          <p:cNvPr id="4" name="Footer Placeholder 6">
            <a:extLst>
              <a:ext uri="{FF2B5EF4-FFF2-40B4-BE49-F238E27FC236}">
                <a16:creationId xmlns:a16="http://schemas.microsoft.com/office/drawing/2014/main" id="{39E4C8BE-C90A-4AFD-492D-FF117664CD15}"/>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41072355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072174" y="363600"/>
            <a:ext cx="6928826" cy="853200"/>
          </a:xfrm>
        </p:spPr>
        <p:txBody>
          <a:bodyPr/>
          <a:lstStyle>
            <a:lvl1pPr>
              <a:buNone/>
              <a:defRPr>
                <a:solidFill>
                  <a:schemeClr val="tx1"/>
                </a:solidFill>
              </a:defRPr>
            </a:lvl1pPr>
          </a:lstStyle>
          <a:p>
            <a:r>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idx="1"/>
          </p:nvPr>
        </p:nvSpPr>
        <p:spPr>
          <a:xfrm>
            <a:off x="1072175" y="1371600"/>
            <a:ext cx="3371850" cy="3708401"/>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idx="2"/>
          </p:nvPr>
        </p:nvSpPr>
        <p:spPr>
          <a:xfrm>
            <a:off x="4629150" y="1371600"/>
            <a:ext cx="3371850" cy="3708401"/>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9" name="Date Placeholder 7">
            <a:extLst>
              <a:ext uri="{FF2B5EF4-FFF2-40B4-BE49-F238E27FC236}">
                <a16:creationId xmlns:a16="http://schemas.microsoft.com/office/drawing/2014/main" id="{BD995AAD-C427-B11E-A89E-368225CE1622}"/>
              </a:ext>
            </a:extLst>
          </p:cNvPr>
          <p:cNvSpPr>
            <a:spLocks noGrp="1"/>
          </p:cNvSpPr>
          <p:nvPr>
            <p:ph type="dt" idx="10"/>
          </p:nvPr>
        </p:nvSpPr>
        <p:spPr>
          <a:xfrm rot="5400000">
            <a:off x="7633108" y="4146665"/>
            <a:ext cx="2457713" cy="273844"/>
          </a:xfrm>
          <a:prstGeom prst="rect">
            <a:avLst/>
          </a:prstGeom>
        </p:spPr>
        <p:txBody>
          <a:bodyPr vert="horz" lIns="91440" tIns="45720" rIns="91440" bIns="45720" anchor="ctr"/>
          <a:lstStyle>
            <a:lvl1pPr algn="l">
              <a:buNone/>
              <a:defRPr sz="825">
                <a:solidFill>
                  <a:schemeClr val="tx1">
                    <a:tint val="75000"/>
                  </a:schemeClr>
                </a:solidFill>
              </a:defRPr>
            </a:lvl1pPr>
          </a:lstStyle>
          <a:p>
            <a:r>
              <a:t>2026</a:t>
            </a:r>
          </a:p>
        </p:txBody>
      </p:sp>
      <p:sp>
        <p:nvSpPr>
          <p:cNvPr id="10" name="Slide Number Placeholder 8">
            <a:extLst>
              <a:ext uri="{FF2B5EF4-FFF2-40B4-BE49-F238E27FC236}">
                <a16:creationId xmlns:a16="http://schemas.microsoft.com/office/drawing/2014/main" id="{D1EC489D-6EA9-F988-447E-81E444C03D2D}"/>
              </a:ext>
            </a:extLst>
          </p:cNvPr>
          <p:cNvSpPr>
            <a:spLocks noGrp="1"/>
          </p:cNvSpPr>
          <p:nvPr>
            <p:ph type="sldNum" idx="4"/>
          </p:nvPr>
        </p:nvSpPr>
        <p:spPr>
          <a:xfrm>
            <a:off x="8681013" y="2579593"/>
            <a:ext cx="361905" cy="362253"/>
          </a:xfrm>
          <a:prstGeom prst="rect">
            <a:avLst/>
          </a:prstGeom>
        </p:spPr>
        <p:txBody>
          <a:bodyPr vert="horz" lIns="91440" tIns="45720" rIns="91440" bIns="45720" anchor="ctr"/>
          <a:lstStyle>
            <a:lvl1pPr algn="ctr">
              <a:buNone/>
              <a:defRPr sz="900">
                <a:solidFill>
                  <a:schemeClr val="tx1">
                    <a:tint val="75000"/>
                  </a:schemeClr>
                </a:solidFill>
              </a:defRPr>
            </a:lvl1pPr>
          </a:lstStyle>
          <a:p>
            <a:fld id="{DBF5BF70-AF59-E844-AFDD-1A12549F0ECB}" type="slidenum">
              <a:t>‹#›</a:t>
            </a:fld>
            <a:endParaRPr/>
          </a:p>
        </p:txBody>
      </p:sp>
      <p:sp>
        <p:nvSpPr>
          <p:cNvPr id="5" name="Footer Placeholder 6">
            <a:extLst>
              <a:ext uri="{FF2B5EF4-FFF2-40B4-BE49-F238E27FC236}">
                <a16:creationId xmlns:a16="http://schemas.microsoft.com/office/drawing/2014/main" id="{7828ADD2-7876-A88B-2674-0D3B7959E494}"/>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33946274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174" y="363600"/>
            <a:ext cx="6928826" cy="853200"/>
          </a:xfrm>
        </p:spPr>
        <p:txBody>
          <a:bodyPr/>
          <a:lstStyle>
            <a:lvl1pPr>
              <a:buNone/>
              <a:defRPr>
                <a:solidFill>
                  <a:schemeClr val="tx1"/>
                </a:solidFill>
              </a:defRPr>
            </a:lvl1pPr>
          </a:lstStyle>
          <a:p>
            <a:r>
              <a:t>Click to edit Master title style</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idx="4"/>
          </p:nvPr>
        </p:nvSpPr>
        <p:spPr>
          <a:xfrm>
            <a:off x="3414230"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6" name="Date Placeholder 15">
            <a:extLst>
              <a:ext uri="{FF2B5EF4-FFF2-40B4-BE49-F238E27FC236}">
                <a16:creationId xmlns:a16="http://schemas.microsoft.com/office/drawing/2014/main" id="{5A789FF2-7F9D-8EE2-F3B5-76EC616A4C3A}"/>
              </a:ext>
            </a:extLst>
          </p:cNvPr>
          <p:cNvSpPr>
            <a:spLocks noGrp="1"/>
          </p:cNvSpPr>
          <p:nvPr>
            <p:ph type="dt" idx="10"/>
          </p:nvPr>
        </p:nvSpPr>
        <p:spPr/>
        <p:txBody>
          <a:bodyPr/>
          <a:lstStyle/>
          <a:p>
            <a:r>
              <a:t>2026</a:t>
            </a:r>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idx="12"/>
          </p:nvPr>
        </p:nvSpPr>
        <p:spPr/>
        <p:txBody>
          <a:bodyPr/>
          <a:lstStyle/>
          <a:p>
            <a:fld id="{DBF5BF70-AF59-E844-AFDD-1A12549F0ECB}" type="slidenum">
              <a:t>‹#›</a:t>
            </a:fld>
            <a:endParaRP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idx="14"/>
          </p:nvPr>
        </p:nvSpPr>
        <p:spPr>
          <a:xfrm>
            <a:off x="5756289"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idx="16"/>
          </p:nvPr>
        </p:nvSpPr>
        <p:spPr>
          <a:xfrm>
            <a:off x="1061086"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3" name="Footer Placeholder 6">
            <a:extLst>
              <a:ext uri="{FF2B5EF4-FFF2-40B4-BE49-F238E27FC236}">
                <a16:creationId xmlns:a16="http://schemas.microsoft.com/office/drawing/2014/main" id="{5F287B56-95B3-5F2E-38B4-0AFF23BB3A79}"/>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21916353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800" y="363600"/>
            <a:ext cx="6928826" cy="724203"/>
          </a:xfrm>
        </p:spPr>
        <p:txBody>
          <a:bodyPr/>
          <a:lstStyle>
            <a:lvl1pPr>
              <a:buNone/>
              <a:defRPr>
                <a:solidFill>
                  <a:schemeClr val="tx1"/>
                </a:solidFill>
              </a:defRPr>
            </a:lvl1pPr>
          </a:lstStyle>
          <a:p>
            <a:r>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072800" y="1220481"/>
            <a:ext cx="3371849" cy="586860"/>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idx="2"/>
          </p:nvPr>
        </p:nvSpPr>
        <p:spPr>
          <a:xfrm>
            <a:off x="1072799" y="2082799"/>
            <a:ext cx="3371850" cy="3009895"/>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idx="3"/>
          </p:nvPr>
        </p:nvSpPr>
        <p:spPr>
          <a:xfrm>
            <a:off x="4629774" y="1220480"/>
            <a:ext cx="3371850"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idx="4"/>
          </p:nvPr>
        </p:nvSpPr>
        <p:spPr>
          <a:xfrm>
            <a:off x="4629774" y="2082799"/>
            <a:ext cx="3371850" cy="3009895"/>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1" name="Straight Connector 10">
            <a:extLst>
              <a:ext uri="{FF2B5EF4-FFF2-40B4-BE49-F238E27FC236}">
                <a16:creationId xmlns:a16="http://schemas.microsoft.com/office/drawing/2014/main" id="{079B4FC4-D885-4870-919A-3D145C6580EE}"/>
              </a:ext>
            </a:extLst>
          </p:cNvPr>
          <p:cNvSpPr>
            <a:spLocks noGrp="1"/>
          </p:cNvSpPr>
          <p:nvPr/>
        </p:nvSpPr>
        <p:spPr>
          <a:xfrm>
            <a:off x="4703670"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4" name="Straight Connector 13">
            <a:extLst>
              <a:ext uri="{FF2B5EF4-FFF2-40B4-BE49-F238E27FC236}">
                <a16:creationId xmlns:a16="http://schemas.microsoft.com/office/drawing/2014/main" id="{85BEFF8F-6CA4-418E-BEBD-3E2976E4AAA7}"/>
              </a:ext>
            </a:extLst>
          </p:cNvPr>
          <p:cNvSpPr>
            <a:spLocks noGrp="1"/>
          </p:cNvSpPr>
          <p:nvPr/>
        </p:nvSpPr>
        <p:spPr>
          <a:xfrm>
            <a:off x="1143625"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6" name="Date Placeholder 15">
            <a:extLst>
              <a:ext uri="{FF2B5EF4-FFF2-40B4-BE49-F238E27FC236}">
                <a16:creationId xmlns:a16="http://schemas.microsoft.com/office/drawing/2014/main" id="{5A789FF2-7F9D-8EE2-F3B5-76EC616A4C3A}"/>
              </a:ext>
            </a:extLst>
          </p:cNvPr>
          <p:cNvSpPr>
            <a:spLocks noGrp="1"/>
          </p:cNvSpPr>
          <p:nvPr>
            <p:ph type="dt" idx="10"/>
          </p:nvPr>
        </p:nvSpPr>
        <p:spPr/>
        <p:txBody>
          <a:bodyPr/>
          <a:lstStyle/>
          <a:p>
            <a:r>
              <a:t>2026</a:t>
            </a:r>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idx="12"/>
          </p:nvPr>
        </p:nvSpPr>
        <p:spPr/>
        <p:txBody>
          <a:bodyPr/>
          <a:lstStyle/>
          <a:p>
            <a:fld id="{DBF5BF70-AF59-E844-AFDD-1A12549F0ECB}" type="slidenum">
              <a:t>‹#›</a:t>
            </a:fld>
            <a:endParaRPr/>
          </a:p>
        </p:txBody>
      </p:sp>
      <p:sp>
        <p:nvSpPr>
          <p:cNvPr id="7" name="Footer Placeholder 6">
            <a:extLst>
              <a:ext uri="{FF2B5EF4-FFF2-40B4-BE49-F238E27FC236}">
                <a16:creationId xmlns:a16="http://schemas.microsoft.com/office/drawing/2014/main" id="{95E93885-87C4-B471-5B90-A99642611B43}"/>
              </a:ext>
            </a:extLst>
          </p:cNvPr>
          <p:cNvSpPr>
            <a:spLocks noGrp="1"/>
          </p:cNvSpPr>
          <p:nvPr>
            <p:ph type="ftr" idx="1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7159654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56991" y="363599"/>
            <a:ext cx="6928826" cy="723599"/>
          </a:xfrm>
        </p:spPr>
        <p:txBody>
          <a:bodyPr/>
          <a:lstStyle>
            <a:lvl1pPr>
              <a:buNone/>
              <a:defRPr>
                <a:solidFill>
                  <a:schemeClr val="tx1"/>
                </a:solidFill>
              </a:defRPr>
            </a:lvl1pPr>
          </a:lstStyle>
          <a:p>
            <a:r>
              <a:t>Click to edit Master title style</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idx="3"/>
          </p:nvPr>
        </p:nvSpPr>
        <p:spPr>
          <a:xfrm>
            <a:off x="3410135" y="1207779"/>
            <a:ext cx="2244711"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idx="4"/>
          </p:nvPr>
        </p:nvSpPr>
        <p:spPr>
          <a:xfrm>
            <a:off x="3410135" y="2070098"/>
            <a:ext cx="2244711" cy="30733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1" name="Straight Connector 10">
            <a:extLst>
              <a:ext uri="{FF2B5EF4-FFF2-40B4-BE49-F238E27FC236}">
                <a16:creationId xmlns:a16="http://schemas.microsoft.com/office/drawing/2014/main" id="{ECEB5DCF-4473-4166-86B4-4D515F53D373}"/>
              </a:ext>
            </a:extLst>
          </p:cNvPr>
          <p:cNvSpPr>
            <a:spLocks noGrp="1"/>
          </p:cNvSpPr>
          <p:nvPr/>
        </p:nvSpPr>
        <p:spPr>
          <a:xfrm>
            <a:off x="3478481"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16" name="Date Placeholder 15">
            <a:extLst>
              <a:ext uri="{FF2B5EF4-FFF2-40B4-BE49-F238E27FC236}">
                <a16:creationId xmlns:a16="http://schemas.microsoft.com/office/drawing/2014/main" id="{5A789FF2-7F9D-8EE2-F3B5-76EC616A4C3A}"/>
              </a:ext>
            </a:extLst>
          </p:cNvPr>
          <p:cNvSpPr>
            <a:spLocks noGrp="1"/>
          </p:cNvSpPr>
          <p:nvPr>
            <p:ph type="dt" idx="10"/>
          </p:nvPr>
        </p:nvSpPr>
        <p:spPr/>
        <p:txBody>
          <a:bodyPr/>
          <a:lstStyle/>
          <a:p>
            <a:r>
              <a:t>2026</a:t>
            </a:r>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idx="12"/>
          </p:nvPr>
        </p:nvSpPr>
        <p:spPr/>
        <p:txBody>
          <a:bodyPr/>
          <a:lstStyle/>
          <a:p>
            <a:fld id="{DBF5BF70-AF59-E844-AFDD-1A12549F0ECB}" type="slidenum">
              <a:t>‹#›</a:t>
            </a:fld>
            <a:endParaRPr/>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idx="13"/>
          </p:nvPr>
        </p:nvSpPr>
        <p:spPr>
          <a:xfrm>
            <a:off x="5752194" y="1207779"/>
            <a:ext cx="2244711"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idx="14"/>
          </p:nvPr>
        </p:nvSpPr>
        <p:spPr>
          <a:xfrm>
            <a:off x="5752194" y="2070098"/>
            <a:ext cx="2244711" cy="30733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39" name="Straight Connector 38">
            <a:extLst>
              <a:ext uri="{FF2B5EF4-FFF2-40B4-BE49-F238E27FC236}">
                <a16:creationId xmlns:a16="http://schemas.microsoft.com/office/drawing/2014/main" id="{E91448A9-6FF2-4E75-B7E9-F1AECCDBE4B0}"/>
              </a:ext>
            </a:extLst>
          </p:cNvPr>
          <p:cNvSpPr>
            <a:spLocks noGrp="1"/>
          </p:cNvSpPr>
          <p:nvPr/>
        </p:nvSpPr>
        <p:spPr>
          <a:xfrm>
            <a:off x="5820540"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40" name="Text Placeholder 4">
            <a:extLst>
              <a:ext uri="{FF2B5EF4-FFF2-40B4-BE49-F238E27FC236}">
                <a16:creationId xmlns:a16="http://schemas.microsoft.com/office/drawing/2014/main" id="{DEAFA211-92BC-E816-6EE0-43600F78897A}"/>
              </a:ext>
            </a:extLst>
          </p:cNvPr>
          <p:cNvSpPr>
            <a:spLocks noGrp="1"/>
          </p:cNvSpPr>
          <p:nvPr>
            <p:ph type="body" idx="15"/>
          </p:nvPr>
        </p:nvSpPr>
        <p:spPr>
          <a:xfrm>
            <a:off x="1056991" y="1207779"/>
            <a:ext cx="2244711"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idx="16"/>
          </p:nvPr>
        </p:nvSpPr>
        <p:spPr>
          <a:xfrm>
            <a:off x="1056991" y="2070098"/>
            <a:ext cx="2244711" cy="30733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2" name="Straight Connector 41">
            <a:extLst>
              <a:ext uri="{FF2B5EF4-FFF2-40B4-BE49-F238E27FC236}">
                <a16:creationId xmlns:a16="http://schemas.microsoft.com/office/drawing/2014/main" id="{5BEE595E-5089-4BEF-938C-25218159D76B}"/>
              </a:ext>
            </a:extLst>
          </p:cNvPr>
          <p:cNvSpPr>
            <a:spLocks noGrp="1"/>
          </p:cNvSpPr>
          <p:nvPr/>
        </p:nvSpPr>
        <p:spPr>
          <a:xfrm>
            <a:off x="1125338"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3" name="Footer Placeholder 6">
            <a:extLst>
              <a:ext uri="{FF2B5EF4-FFF2-40B4-BE49-F238E27FC236}">
                <a16:creationId xmlns:a16="http://schemas.microsoft.com/office/drawing/2014/main" id="{6AA8D3B2-419C-D2C0-9575-87FA3EF0E244}"/>
              </a:ext>
            </a:extLst>
          </p:cNvPr>
          <p:cNvSpPr>
            <a:spLocks noGrp="1"/>
          </p:cNvSpPr>
          <p:nvPr>
            <p:ph type="ftr" idx="17"/>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18742216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16" name="Date Placeholder 15">
            <a:extLst>
              <a:ext uri="{FF2B5EF4-FFF2-40B4-BE49-F238E27FC236}">
                <a16:creationId xmlns:a16="http://schemas.microsoft.com/office/drawing/2014/main" id="{5A789FF2-7F9D-8EE2-F3B5-76EC616A4C3A}"/>
              </a:ext>
            </a:extLst>
          </p:cNvPr>
          <p:cNvSpPr>
            <a:spLocks noGrp="1"/>
          </p:cNvSpPr>
          <p:nvPr>
            <p:ph type="dt" idx="10"/>
          </p:nvPr>
        </p:nvSpPr>
        <p:spPr/>
        <p:txBody>
          <a:bodyPr/>
          <a:lstStyle/>
          <a:p>
            <a:r>
              <a:t>2026</a:t>
            </a:r>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idx="12"/>
          </p:nvPr>
        </p:nvSpPr>
        <p:spPr/>
        <p:txBody>
          <a:bodyPr/>
          <a:lstStyle/>
          <a:p>
            <a:fld id="{DBF5BF70-AF59-E844-AFDD-1A12549F0ECB}" type="slidenum">
              <a:t>‹#›</a:t>
            </a:fld>
            <a:endParaRPr/>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idx="13"/>
          </p:nvPr>
        </p:nvSpPr>
        <p:spPr>
          <a:xfrm>
            <a:off x="4584033" y="879959"/>
            <a:ext cx="3308004"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idx="14"/>
          </p:nvPr>
        </p:nvSpPr>
        <p:spPr>
          <a:xfrm>
            <a:off x="4584033" y="1742279"/>
            <a:ext cx="3308004" cy="29725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39" name="Straight Connector 38">
            <a:extLst>
              <a:ext uri="{FF2B5EF4-FFF2-40B4-BE49-F238E27FC236}">
                <a16:creationId xmlns:a16="http://schemas.microsoft.com/office/drawing/2014/main" id="{A82B7DC5-4290-42F7-9D66-EAA5752FC2A5}"/>
              </a:ext>
            </a:extLst>
          </p:cNvPr>
          <p:cNvSpPr>
            <a:spLocks noGrp="1"/>
          </p:cNvSpPr>
          <p:nvPr/>
        </p:nvSpPr>
        <p:spPr>
          <a:xfrm>
            <a:off x="4656222" y="1594786"/>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40" name="Text Placeholder 4">
            <a:extLst>
              <a:ext uri="{FF2B5EF4-FFF2-40B4-BE49-F238E27FC236}">
                <a16:creationId xmlns:a16="http://schemas.microsoft.com/office/drawing/2014/main" id="{DEAFA211-92BC-E816-6EE0-43600F78897A}"/>
              </a:ext>
            </a:extLst>
          </p:cNvPr>
          <p:cNvSpPr>
            <a:spLocks noGrp="1"/>
          </p:cNvSpPr>
          <p:nvPr>
            <p:ph type="body" idx="15"/>
          </p:nvPr>
        </p:nvSpPr>
        <p:spPr>
          <a:xfrm>
            <a:off x="1096500" y="879959"/>
            <a:ext cx="3308004"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idx="16"/>
          </p:nvPr>
        </p:nvSpPr>
        <p:spPr>
          <a:xfrm>
            <a:off x="1096500" y="1742279"/>
            <a:ext cx="3308004" cy="29725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2" name="Straight Connector 41">
            <a:extLst>
              <a:ext uri="{FF2B5EF4-FFF2-40B4-BE49-F238E27FC236}">
                <a16:creationId xmlns:a16="http://schemas.microsoft.com/office/drawing/2014/main" id="{1FE897C7-DD04-4F7B-84FB-14EF3F4D7417}"/>
              </a:ext>
            </a:extLst>
          </p:cNvPr>
          <p:cNvSpPr>
            <a:spLocks noGrp="1"/>
          </p:cNvSpPr>
          <p:nvPr/>
        </p:nvSpPr>
        <p:spPr>
          <a:xfrm>
            <a:off x="1164847" y="1599498"/>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2" name="Footer Placeholder 6">
            <a:extLst>
              <a:ext uri="{FF2B5EF4-FFF2-40B4-BE49-F238E27FC236}">
                <a16:creationId xmlns:a16="http://schemas.microsoft.com/office/drawing/2014/main" id="{08E5EDBA-62CB-9406-653C-2F6A56176870}"/>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3434179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89D4A63-0795-4B74-8C11-5FE7944118C7}"/>
              </a:ext>
            </a:extLst>
          </p:cNvPr>
          <p:cNvSpPr>
            <a:spLocks noGrp="1"/>
          </p:cNvSpPr>
          <p:nvPr>
            <p:ph type="body" idx="3"/>
          </p:nvPr>
        </p:nvSpPr>
        <p:spPr>
          <a:xfrm>
            <a:off x="3449645" y="879959"/>
            <a:ext cx="2244711"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idx="4"/>
          </p:nvPr>
        </p:nvSpPr>
        <p:spPr>
          <a:xfrm>
            <a:off x="3449645" y="1742279"/>
            <a:ext cx="2244711" cy="29725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1" name="Straight Connector 10">
            <a:extLst>
              <a:ext uri="{FF2B5EF4-FFF2-40B4-BE49-F238E27FC236}">
                <a16:creationId xmlns:a16="http://schemas.microsoft.com/office/drawing/2014/main" id="{30D6450F-5202-457D-A28A-A40688DB52CD}"/>
              </a:ext>
            </a:extLst>
          </p:cNvPr>
          <p:cNvSpPr>
            <a:spLocks noGrp="1"/>
          </p:cNvSpPr>
          <p:nvPr/>
        </p:nvSpPr>
        <p:spPr>
          <a:xfrm>
            <a:off x="3517991"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16" name="Date Placeholder 15">
            <a:extLst>
              <a:ext uri="{FF2B5EF4-FFF2-40B4-BE49-F238E27FC236}">
                <a16:creationId xmlns:a16="http://schemas.microsoft.com/office/drawing/2014/main" id="{5A789FF2-7F9D-8EE2-F3B5-76EC616A4C3A}"/>
              </a:ext>
            </a:extLst>
          </p:cNvPr>
          <p:cNvSpPr>
            <a:spLocks noGrp="1"/>
          </p:cNvSpPr>
          <p:nvPr>
            <p:ph type="dt" idx="10"/>
          </p:nvPr>
        </p:nvSpPr>
        <p:spPr/>
        <p:txBody>
          <a:bodyPr/>
          <a:lstStyle/>
          <a:p>
            <a:r>
              <a:t>2026</a:t>
            </a:r>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idx="12"/>
          </p:nvPr>
        </p:nvSpPr>
        <p:spPr/>
        <p:txBody>
          <a:bodyPr/>
          <a:lstStyle/>
          <a:p>
            <a:fld id="{DBF5BF70-AF59-E844-AFDD-1A12549F0ECB}" type="slidenum">
              <a:t>‹#›</a:t>
            </a:fld>
            <a:endParaRPr/>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idx="13"/>
          </p:nvPr>
        </p:nvSpPr>
        <p:spPr>
          <a:xfrm>
            <a:off x="5791703" y="879959"/>
            <a:ext cx="2244711"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idx="14"/>
          </p:nvPr>
        </p:nvSpPr>
        <p:spPr>
          <a:xfrm>
            <a:off x="5791703" y="1742279"/>
            <a:ext cx="2244711" cy="29725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39" name="Straight Connector 38">
            <a:extLst>
              <a:ext uri="{FF2B5EF4-FFF2-40B4-BE49-F238E27FC236}">
                <a16:creationId xmlns:a16="http://schemas.microsoft.com/office/drawing/2014/main" id="{F5AAE515-D3C1-4061-BA44-F69D23D5CC44}"/>
              </a:ext>
            </a:extLst>
          </p:cNvPr>
          <p:cNvSpPr>
            <a:spLocks noGrp="1"/>
          </p:cNvSpPr>
          <p:nvPr/>
        </p:nvSpPr>
        <p:spPr>
          <a:xfrm>
            <a:off x="5860049"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40" name="Text Placeholder 4">
            <a:extLst>
              <a:ext uri="{FF2B5EF4-FFF2-40B4-BE49-F238E27FC236}">
                <a16:creationId xmlns:a16="http://schemas.microsoft.com/office/drawing/2014/main" id="{DEAFA211-92BC-E816-6EE0-43600F78897A}"/>
              </a:ext>
            </a:extLst>
          </p:cNvPr>
          <p:cNvSpPr>
            <a:spLocks noGrp="1"/>
          </p:cNvSpPr>
          <p:nvPr>
            <p:ph type="body" idx="15"/>
          </p:nvPr>
        </p:nvSpPr>
        <p:spPr>
          <a:xfrm>
            <a:off x="1096501" y="879959"/>
            <a:ext cx="2244711" cy="586861"/>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idx="16"/>
          </p:nvPr>
        </p:nvSpPr>
        <p:spPr>
          <a:xfrm>
            <a:off x="1096501" y="1742279"/>
            <a:ext cx="2244711" cy="2972593"/>
          </a:xfrm>
        </p:spPr>
        <p:txBody>
          <a:bodyPr/>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2" name="Straight Connector 41">
            <a:extLst>
              <a:ext uri="{FF2B5EF4-FFF2-40B4-BE49-F238E27FC236}">
                <a16:creationId xmlns:a16="http://schemas.microsoft.com/office/drawing/2014/main" id="{CBDE97B5-AEF4-4900-869C-065AE06AF354}"/>
              </a:ext>
            </a:extLst>
          </p:cNvPr>
          <p:cNvSpPr>
            <a:spLocks noGrp="1"/>
          </p:cNvSpPr>
          <p:nvPr/>
        </p:nvSpPr>
        <p:spPr>
          <a:xfrm>
            <a:off x="1164847"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sp>
      <p:sp>
        <p:nvSpPr>
          <p:cNvPr id="2" name="Footer Placeholder 6">
            <a:extLst>
              <a:ext uri="{FF2B5EF4-FFF2-40B4-BE49-F238E27FC236}">
                <a16:creationId xmlns:a16="http://schemas.microsoft.com/office/drawing/2014/main" id="{E4037758-89DA-2033-7757-446B1A279F41}"/>
              </a:ext>
            </a:extLst>
          </p:cNvPr>
          <p:cNvSpPr>
            <a:spLocks noGrp="1"/>
          </p:cNvSpPr>
          <p:nvPr>
            <p:ph type="ftr" idx="17"/>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40087574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0"/>
            <a:ext cx="3411503" cy="1079499"/>
          </a:xfrm>
        </p:spPr>
        <p:txBody>
          <a:bodyPr/>
          <a:lstStyle/>
          <a:p>
            <a:r>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idx="14"/>
          </p:nvPr>
        </p:nvSpPr>
        <p:spPr/>
        <p:txBody>
          <a:bodyPr/>
          <a:lstStyle/>
          <a:p>
            <a:r>
              <a:t>2026</a:t>
            </a:r>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idx="16"/>
          </p:nvPr>
        </p:nvSpPr>
        <p:spPr/>
        <p:txBody>
          <a:bodyPr/>
          <a:lstStyle/>
          <a:p>
            <a:fld id="{DBF5BF70-AF59-E844-AFDD-1A12549F0ECB}" type="slidenum">
              <a:t>‹#›</a:t>
            </a:fld>
            <a:endParaRPr/>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idx="17"/>
          </p:nvPr>
        </p:nvSpPr>
        <p:spPr>
          <a:xfrm>
            <a:off x="4660325" y="771844"/>
            <a:ext cx="3823275" cy="4176448"/>
          </a:xfrm>
        </p:spPr>
        <p:txBody>
          <a:bodyPr/>
          <a:lstStyle/>
          <a:p>
            <a:r>
              <a:t>Click icon to add online image</a:t>
            </a:r>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idx="18"/>
          </p:nvPr>
        </p:nvSpPr>
        <p:spPr>
          <a:xfrm>
            <a:off x="1072140" y="1854200"/>
            <a:ext cx="3411537" cy="3225800"/>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Tree>
    <p:extLst>
      <p:ext uri="{BB962C8B-B14F-4D97-AF65-F5344CB8AC3E}">
        <p14:creationId xmlns:p14="http://schemas.microsoft.com/office/powerpoint/2010/main" val="3898164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1"/>
            <a:ext cx="3499826" cy="950836"/>
          </a:xfrm>
        </p:spPr>
        <p:txBody>
          <a:bodyPr/>
          <a:lstStyle/>
          <a:p>
            <a:r>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idx="14"/>
          </p:nvPr>
        </p:nvSpPr>
        <p:spPr/>
        <p:txBody>
          <a:bodyPr/>
          <a:lstStyle/>
          <a:p>
            <a:r>
              <a:t>2026</a:t>
            </a:r>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idx="16"/>
          </p:nvPr>
        </p:nvSpPr>
        <p:spPr/>
        <p:txBody>
          <a:bodyPr/>
          <a:lstStyle/>
          <a:p>
            <a:fld id="{DBF5BF70-AF59-E844-AFDD-1A12549F0ECB}" type="slidenum">
              <a:t>‹#›</a:t>
            </a:fld>
            <a:endParaRPr/>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idx="17"/>
          </p:nvPr>
        </p:nvSpPr>
        <p:spPr>
          <a:xfrm>
            <a:off x="4774406" y="771844"/>
            <a:ext cx="3829050" cy="4176448"/>
          </a:xfrm>
        </p:spPr>
        <p:txBody>
          <a:bodyPr/>
          <a:lstStyle/>
          <a:p>
            <a:r>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idx="15"/>
          </p:nvPr>
        </p:nvSpPr>
        <p:spPr>
          <a:xfrm>
            <a:off x="1072174" y="1672442"/>
            <a:ext cx="3499826" cy="417833"/>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idx="18"/>
          </p:nvPr>
        </p:nvSpPr>
        <p:spPr>
          <a:xfrm>
            <a:off x="1072174" y="2176880"/>
            <a:ext cx="3499826" cy="2928520"/>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Tree>
    <p:extLst>
      <p:ext uri="{BB962C8B-B14F-4D97-AF65-F5344CB8AC3E}">
        <p14:creationId xmlns:p14="http://schemas.microsoft.com/office/powerpoint/2010/main" val="17964044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6313" y="635000"/>
            <a:ext cx="3411503" cy="1079499"/>
          </a:xfrm>
        </p:spPr>
        <p:txBody>
          <a:bodyPr/>
          <a:lstStyle/>
          <a:p>
            <a:r>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idx="14"/>
          </p:nvPr>
        </p:nvSpPr>
        <p:spPr/>
        <p:txBody>
          <a:bodyPr/>
          <a:lstStyle/>
          <a:p>
            <a:r>
              <a:t>2026</a:t>
            </a:r>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idx="16"/>
          </p:nvPr>
        </p:nvSpPr>
        <p:spPr/>
        <p:txBody>
          <a:bodyPr/>
          <a:lstStyle/>
          <a:p>
            <a:fld id="{DBF5BF70-AF59-E844-AFDD-1A12549F0ECB}" type="slidenum">
              <a:t>‹#›</a:t>
            </a:fld>
            <a:endParaRPr/>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idx="17"/>
          </p:nvPr>
        </p:nvSpPr>
        <p:spPr>
          <a:xfrm>
            <a:off x="832396" y="771844"/>
            <a:ext cx="3823275" cy="4176448"/>
          </a:xfrm>
        </p:spPr>
        <p:txBody>
          <a:bodyPr/>
          <a:lstStyle/>
          <a:p>
            <a:r>
              <a:t>Click icon to add online image</a:t>
            </a:r>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idx="18"/>
          </p:nvPr>
        </p:nvSpPr>
        <p:spPr>
          <a:xfrm>
            <a:off x="4846279" y="1854200"/>
            <a:ext cx="3411537" cy="3225800"/>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Tree>
    <p:extLst>
      <p:ext uri="{BB962C8B-B14F-4D97-AF65-F5344CB8AC3E}">
        <p14:creationId xmlns:p14="http://schemas.microsoft.com/office/powerpoint/2010/main" val="23886570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5600" y="635001"/>
            <a:ext cx="3499826" cy="950836"/>
          </a:xfrm>
        </p:spPr>
        <p:txBody>
          <a:bodyPr/>
          <a:lstStyle/>
          <a:p>
            <a:r>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idx="14"/>
          </p:nvPr>
        </p:nvSpPr>
        <p:spPr/>
        <p:txBody>
          <a:bodyPr/>
          <a:lstStyle/>
          <a:p>
            <a:r>
              <a:t>2026</a:t>
            </a:r>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idx="16"/>
          </p:nvPr>
        </p:nvSpPr>
        <p:spPr/>
        <p:txBody>
          <a:bodyPr/>
          <a:lstStyle/>
          <a:p>
            <a:fld id="{DBF5BF70-AF59-E844-AFDD-1A12549F0ECB}" type="slidenum">
              <a:t>‹#›</a:t>
            </a:fld>
            <a:endParaRPr/>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idx="17"/>
          </p:nvPr>
        </p:nvSpPr>
        <p:spPr>
          <a:xfrm>
            <a:off x="831600" y="771844"/>
            <a:ext cx="3829050" cy="4176448"/>
          </a:xfrm>
        </p:spPr>
        <p:txBody>
          <a:bodyPr/>
          <a:lstStyle/>
          <a:p>
            <a:r>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idx="15"/>
          </p:nvPr>
        </p:nvSpPr>
        <p:spPr>
          <a:xfrm>
            <a:off x="4845600" y="1672442"/>
            <a:ext cx="3499826" cy="417833"/>
          </a:xfrm>
        </p:spPr>
        <p:txBody>
          <a:bodyPr anchor="b">
            <a:normAutofit/>
          </a:bodyPr>
          <a:lstStyle>
            <a:lvl1pPr marL="0" indent="0">
              <a:lnSpc>
                <a:spcPct val="100000"/>
              </a:lnSpc>
              <a:buNone/>
              <a:defRPr sz="1350" b="0" cap="all" spc="225">
                <a:solidFill>
                  <a:schemeClr val="tx1"/>
                </a:solidFill>
                <a:latin typeface="+mj-lt"/>
                <a:ea typeface="+mj-lt"/>
                <a:cs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a:buNone/>
            </a:pPr>
            <a:r>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idx="18"/>
          </p:nvPr>
        </p:nvSpPr>
        <p:spPr>
          <a:xfrm>
            <a:off x="4845600" y="2176880"/>
            <a:ext cx="3499826" cy="2928520"/>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Tree>
    <p:extLst>
      <p:ext uri="{BB962C8B-B14F-4D97-AF65-F5344CB8AC3E}">
        <p14:creationId xmlns:p14="http://schemas.microsoft.com/office/powerpoint/2010/main" val="19723266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40562-281C-0FD1-96BD-57FFA059BFFE}"/>
              </a:ext>
            </a:extLst>
          </p:cNvPr>
          <p:cNvSpPr>
            <a:spLocks noGrp="1"/>
          </p:cNvSpPr>
          <p:nvPr/>
        </p:nvSpPr>
        <p:spPr>
          <a:xfrm>
            <a:off x="4356100" y="0"/>
            <a:ext cx="4787900" cy="5715000"/>
          </a:xfrm>
          <a:prstGeom prst="rect">
            <a:avLst/>
          </a:prstGeom>
          <a:solidFill>
            <a:srgbClr val="2A382F"/>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81C7007D-8380-1107-2E8D-ECAB70AD11BA}"/>
              </a:ext>
            </a:extLst>
          </p:cNvPr>
          <p:cNvSpPr>
            <a:spLocks noGrp="1"/>
          </p:cNvSpPr>
          <p:nvPr>
            <p:ph type="title"/>
          </p:nvPr>
        </p:nvSpPr>
        <p:spPr>
          <a:xfrm>
            <a:off x="640374" y="690933"/>
            <a:ext cx="3296626" cy="1287400"/>
          </a:xfrm>
        </p:spPr>
        <p:txBody>
          <a:bodyPr/>
          <a:lstStyle>
            <a:lvl1pPr algn="ctr">
              <a:buNone/>
              <a:defRPr/>
            </a:lvl1pPr>
          </a:lstStyle>
          <a:p>
            <a:r>
              <a:t>Click to edit Master title style</a:t>
            </a:r>
          </a:p>
        </p:txBody>
      </p:sp>
      <p:sp>
        <p:nvSpPr>
          <p:cNvPr id="3" name="Footer Placeholder 2">
            <a:extLst>
              <a:ext uri="{FF2B5EF4-FFF2-40B4-BE49-F238E27FC236}">
                <a16:creationId xmlns:a16="http://schemas.microsoft.com/office/drawing/2014/main" id="{45357DF7-D088-B8D2-EEB6-62234E831DA6}"/>
              </a:ext>
            </a:extLst>
          </p:cNvPr>
          <p:cNvSpPr>
            <a:spLocks noGrp="1"/>
          </p:cNvSpPr>
          <p:nvPr>
            <p:ph type="ftr" idx="10"/>
          </p:nvPr>
        </p:nvSpPr>
        <p:spPr/>
        <p:txBody>
          <a:bodyPr/>
          <a:lstStyle/>
          <a:p>
            <a:r>
              <a:t>Texts as Data</a:t>
            </a:r>
          </a:p>
        </p:txBody>
      </p:sp>
      <p:sp>
        <p:nvSpPr>
          <p:cNvPr id="4" name="Date Placeholder 3">
            <a:extLst>
              <a:ext uri="{FF2B5EF4-FFF2-40B4-BE49-F238E27FC236}">
                <a16:creationId xmlns:a16="http://schemas.microsoft.com/office/drawing/2014/main" id="{DF60486A-8297-A743-3643-5F18ABA5F57A}"/>
              </a:ext>
            </a:extLst>
          </p:cNvPr>
          <p:cNvSpPr>
            <a:spLocks noGrp="1"/>
          </p:cNvSpPr>
          <p:nvPr>
            <p:ph type="dt" idx="11"/>
          </p:nvPr>
        </p:nvSpPr>
        <p:spPr/>
        <p:txBody>
          <a:bodyPr/>
          <a:lstStyle/>
          <a:p>
            <a:r>
              <a:t>2026</a:t>
            </a:r>
          </a:p>
        </p:txBody>
      </p:sp>
      <p:sp>
        <p:nvSpPr>
          <p:cNvPr id="5" name="Slide Number Placeholder 4">
            <a:extLst>
              <a:ext uri="{FF2B5EF4-FFF2-40B4-BE49-F238E27FC236}">
                <a16:creationId xmlns:a16="http://schemas.microsoft.com/office/drawing/2014/main" id="{C4F7D32F-CF57-3F50-CC75-944F6C563985}"/>
              </a:ext>
            </a:extLst>
          </p:cNvPr>
          <p:cNvSpPr>
            <a:spLocks noGrp="1"/>
          </p:cNvSpPr>
          <p:nvPr>
            <p:ph type="sldNum" idx="12"/>
          </p:nvPr>
        </p:nvSpPr>
        <p:spPr/>
        <p:txBody>
          <a:bodyPr/>
          <a:lstStyle/>
          <a:p>
            <a:fld id="{DBF5BF70-AF59-E844-AFDD-1A12549F0ECB}" type="slidenum">
              <a:t>‹#›</a:t>
            </a:fld>
            <a:endParaRPr/>
          </a:p>
        </p:txBody>
      </p:sp>
      <p:sp>
        <p:nvSpPr>
          <p:cNvPr id="8" name="Content Placeholder 7">
            <a:extLst>
              <a:ext uri="{FF2B5EF4-FFF2-40B4-BE49-F238E27FC236}">
                <a16:creationId xmlns:a16="http://schemas.microsoft.com/office/drawing/2014/main" id="{C268E6C1-73BE-73AE-200B-36039F1BC46D}"/>
              </a:ext>
            </a:extLst>
          </p:cNvPr>
          <p:cNvSpPr>
            <a:spLocks noGrp="1"/>
          </p:cNvSpPr>
          <p:nvPr>
            <p:ph idx="13"/>
          </p:nvPr>
        </p:nvSpPr>
        <p:spPr>
          <a:xfrm>
            <a:off x="640374" y="2082800"/>
            <a:ext cx="3296626" cy="3111500"/>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0" name="Content Placeholder 9">
            <a:extLst>
              <a:ext uri="{FF2B5EF4-FFF2-40B4-BE49-F238E27FC236}">
                <a16:creationId xmlns:a16="http://schemas.microsoft.com/office/drawing/2014/main" id="{FD0C843D-350E-0480-6A39-E392DDD3FBFC}"/>
              </a:ext>
            </a:extLst>
          </p:cNvPr>
          <p:cNvSpPr>
            <a:spLocks noGrp="1"/>
          </p:cNvSpPr>
          <p:nvPr>
            <p:ph idx="14"/>
          </p:nvPr>
        </p:nvSpPr>
        <p:spPr>
          <a:xfrm>
            <a:off x="4572000" y="419100"/>
            <a:ext cx="3949700" cy="4927600"/>
          </a:xfrm>
        </p:spPr>
        <p:txBody>
          <a:bodyPr/>
          <a:lstStyle>
            <a:lvl1pPr>
              <a:buNone/>
              <a:defRPr>
                <a:solidFill>
                  <a:schemeClr val="bg2"/>
                </a:solidFill>
              </a:defRPr>
            </a:lvl1pPr>
            <a:lvl2pPr>
              <a:buNone/>
              <a:defRPr>
                <a:solidFill>
                  <a:schemeClr val="bg2"/>
                </a:solidFill>
              </a:defRPr>
            </a:lvl2pPr>
            <a:lvl3pPr>
              <a:buNone/>
              <a:defRPr>
                <a:solidFill>
                  <a:schemeClr val="bg2"/>
                </a:solidFill>
              </a:defRPr>
            </a:lvl3pPr>
            <a:lvl4pPr>
              <a:buNone/>
              <a:defRPr>
                <a:solidFill>
                  <a:schemeClr val="bg2"/>
                </a:solidFill>
              </a:defRPr>
            </a:lvl4pPr>
            <a:lvl5pPr>
              <a:buNone/>
              <a:defRPr>
                <a:solidFill>
                  <a:schemeClr val="bg2"/>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Tree>
    <p:extLst>
      <p:ext uri="{BB962C8B-B14F-4D97-AF65-F5344CB8AC3E}">
        <p14:creationId xmlns:p14="http://schemas.microsoft.com/office/powerpoint/2010/main" val="14128324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55663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52E56-A388-689F-A2BB-E5462DCAC372}"/>
              </a:ext>
            </a:extLst>
          </p:cNvPr>
          <p:cNvSpPr>
            <a:spLocks noGrp="1"/>
          </p:cNvSpPr>
          <p:nvPr>
            <p:ph type="title"/>
          </p:nvPr>
        </p:nvSpPr>
        <p:spPr>
          <a:xfrm>
            <a:off x="762000" y="886691"/>
            <a:ext cx="6740235" cy="3973854"/>
          </a:xfrm>
        </p:spPr>
        <p:txBody>
          <a:bodyPr/>
          <a:lstStyle>
            <a:lvl1pPr>
              <a:buNone/>
              <a:defRPr sz="3600">
                <a:solidFill>
                  <a:schemeClr val="bg2"/>
                </a:solidFill>
              </a:defRPr>
            </a:lvl1pPr>
          </a:lstStyle>
          <a:p>
            <a:r>
              <a:t>Click to edit Master title style</a:t>
            </a:r>
          </a:p>
        </p:txBody>
      </p:sp>
      <p:sp>
        <p:nvSpPr>
          <p:cNvPr id="3" name="Footer Placeholder 2">
            <a:extLst>
              <a:ext uri="{FF2B5EF4-FFF2-40B4-BE49-F238E27FC236}">
                <a16:creationId xmlns:a16="http://schemas.microsoft.com/office/drawing/2014/main" id="{0A762021-AC9E-A48A-E134-64484F3463A5}"/>
              </a:ext>
            </a:extLst>
          </p:cNvPr>
          <p:cNvSpPr>
            <a:spLocks noGrp="1"/>
          </p:cNvSpPr>
          <p:nvPr>
            <p:ph type="ftr" idx="10"/>
          </p:nvPr>
        </p:nvSpPr>
        <p:spPr/>
        <p:txBody>
          <a:bodyPr/>
          <a:lstStyle/>
          <a:p>
            <a:r>
              <a:t>Texts as Data</a:t>
            </a:r>
          </a:p>
        </p:txBody>
      </p:sp>
      <p:sp>
        <p:nvSpPr>
          <p:cNvPr id="4" name="Date Placeholder 3">
            <a:extLst>
              <a:ext uri="{FF2B5EF4-FFF2-40B4-BE49-F238E27FC236}">
                <a16:creationId xmlns:a16="http://schemas.microsoft.com/office/drawing/2014/main" id="{0E5F443E-FE8E-B668-E53C-56D2421B330D}"/>
              </a:ext>
            </a:extLst>
          </p:cNvPr>
          <p:cNvSpPr>
            <a:spLocks noGrp="1"/>
          </p:cNvSpPr>
          <p:nvPr>
            <p:ph type="dt" idx="11"/>
          </p:nvPr>
        </p:nvSpPr>
        <p:spPr/>
        <p:txBody>
          <a:bodyPr/>
          <a:lstStyle/>
          <a:p>
            <a:r>
              <a:t>2026</a:t>
            </a:r>
          </a:p>
        </p:txBody>
      </p:sp>
      <p:sp>
        <p:nvSpPr>
          <p:cNvPr id="5" name="Slide Number Placeholder 4">
            <a:extLst>
              <a:ext uri="{FF2B5EF4-FFF2-40B4-BE49-F238E27FC236}">
                <a16:creationId xmlns:a16="http://schemas.microsoft.com/office/drawing/2014/main" id="{69BCC5AD-4F6A-7232-C10A-463285BD06F3}"/>
              </a:ext>
            </a:extLst>
          </p:cNvPr>
          <p:cNvSpPr>
            <a:spLocks noGrp="1"/>
          </p:cNvSpPr>
          <p:nvPr>
            <p:ph type="sldNum" idx="12"/>
          </p:nvPr>
        </p:nvSpPr>
        <p:spPr/>
        <p:txBody>
          <a:bodyPr/>
          <a:lstStyle/>
          <a:p>
            <a:fld id="{DBF5BF70-AF59-E844-AFDD-1A12549F0ECB}" type="slidenum">
              <a:t>‹#›</a:t>
            </a:fld>
            <a:endParaRPr/>
          </a:p>
        </p:txBody>
      </p:sp>
    </p:spTree>
    <p:extLst>
      <p:ext uri="{BB962C8B-B14F-4D97-AF65-F5344CB8AC3E}">
        <p14:creationId xmlns:p14="http://schemas.microsoft.com/office/powerpoint/2010/main" val="30837484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a:xfrm>
            <a:off x="1072174" y="363600"/>
            <a:ext cx="6928826" cy="853200"/>
          </a:xfrm>
        </p:spPr>
        <p:txBody>
          <a:bodyPr/>
          <a:lstStyle/>
          <a:p>
            <a:r>
              <a:t>Click to edit Master title style</a:t>
            </a:r>
          </a:p>
        </p:txBody>
      </p:sp>
      <p:sp>
        <p:nvSpPr>
          <p:cNvPr id="10" name="Date Placeholder 9">
            <a:extLst>
              <a:ext uri="{FF2B5EF4-FFF2-40B4-BE49-F238E27FC236}">
                <a16:creationId xmlns:a16="http://schemas.microsoft.com/office/drawing/2014/main" id="{E50563C7-B845-1B67-E165-468E01A142B2}"/>
              </a:ext>
            </a:extLst>
          </p:cNvPr>
          <p:cNvSpPr>
            <a:spLocks noGrp="1"/>
          </p:cNvSpPr>
          <p:nvPr>
            <p:ph type="dt" idx="10"/>
          </p:nvPr>
        </p:nvSpPr>
        <p:spPr/>
        <p:txBody>
          <a:bodyPr/>
          <a:lstStyle/>
          <a:p>
            <a:r>
              <a:t>2026</a:t>
            </a:r>
          </a:p>
        </p:txBody>
      </p:sp>
      <p:sp>
        <p:nvSpPr>
          <p:cNvPr id="12" name="Slide Number Placeholder 11">
            <a:extLst>
              <a:ext uri="{FF2B5EF4-FFF2-40B4-BE49-F238E27FC236}">
                <a16:creationId xmlns:a16="http://schemas.microsoft.com/office/drawing/2014/main" id="{5E0593CE-6E16-40ED-9909-02133948CF97}"/>
              </a:ext>
            </a:extLst>
          </p:cNvPr>
          <p:cNvSpPr>
            <a:spLocks noGrp="1"/>
          </p:cNvSpPr>
          <p:nvPr>
            <p:ph type="sldNum" idx="12"/>
          </p:nvPr>
        </p:nvSpPr>
        <p:spPr/>
        <p:txBody>
          <a:bodyPr/>
          <a:lstStyle/>
          <a:p>
            <a:fld id="{DBF5BF70-AF59-E844-AFDD-1A12549F0ECB}" type="slidenum">
              <a:t>‹#›</a:t>
            </a:fld>
            <a:endParaRPr/>
          </a:p>
        </p:txBody>
      </p:sp>
      <p:sp>
        <p:nvSpPr>
          <p:cNvPr id="3" name="Footer Placeholder 6">
            <a:extLst>
              <a:ext uri="{FF2B5EF4-FFF2-40B4-BE49-F238E27FC236}">
                <a16:creationId xmlns:a16="http://schemas.microsoft.com/office/drawing/2014/main" id="{B0A1152B-8268-372E-6625-742B1D66BA52}"/>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34514498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856DB31F-D63E-D981-829A-3CCBE78C8B19}"/>
              </a:ext>
            </a:extLst>
          </p:cNvPr>
          <p:cNvSpPr>
            <a:spLocks noGrp="1"/>
          </p:cNvSpPr>
          <p:nvPr>
            <p:ph type="dt" idx="10"/>
          </p:nvPr>
        </p:nvSpPr>
        <p:spPr/>
        <p:txBody>
          <a:bodyPr/>
          <a:lstStyle/>
          <a:p>
            <a:r>
              <a:t>2026</a:t>
            </a:r>
          </a:p>
        </p:txBody>
      </p:sp>
      <p:sp>
        <p:nvSpPr>
          <p:cNvPr id="10" name="Slide Number Placeholder 9">
            <a:extLst>
              <a:ext uri="{FF2B5EF4-FFF2-40B4-BE49-F238E27FC236}">
                <a16:creationId xmlns:a16="http://schemas.microsoft.com/office/drawing/2014/main" id="{33A022CE-94EA-94A0-5F6F-690EDD2CD38A}"/>
              </a:ext>
            </a:extLst>
          </p:cNvPr>
          <p:cNvSpPr>
            <a:spLocks noGrp="1"/>
          </p:cNvSpPr>
          <p:nvPr>
            <p:ph type="sldNum" idx="12"/>
          </p:nvPr>
        </p:nvSpPr>
        <p:spPr/>
        <p:txBody>
          <a:bodyPr/>
          <a:lstStyle/>
          <a:p>
            <a:fld id="{DBF5BF70-AF59-E844-AFDD-1A12549F0ECB}" type="slidenum">
              <a:t>‹#›</a:t>
            </a:fld>
            <a:endParaRPr/>
          </a:p>
        </p:txBody>
      </p:sp>
      <p:sp>
        <p:nvSpPr>
          <p:cNvPr id="2" name="Footer Placeholder 6">
            <a:extLst>
              <a:ext uri="{FF2B5EF4-FFF2-40B4-BE49-F238E27FC236}">
                <a16:creationId xmlns:a16="http://schemas.microsoft.com/office/drawing/2014/main" id="{B3908EC1-D7C1-A350-9065-7FBF9CD243EE}"/>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23465350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4000501" y="635000"/>
            <a:ext cx="4000499" cy="4445000"/>
          </a:xfrm>
        </p:spPr>
        <p:txBody>
          <a:bodyPr anchor="ctr">
            <a:normAutofit/>
          </a:bodyPr>
          <a:lstStyle>
            <a:lvl1pPr>
              <a:buNone/>
              <a:defRPr sz="2100">
                <a:solidFill>
                  <a:schemeClr val="tx1"/>
                </a:solidFill>
              </a:defRPr>
            </a:lvl1pPr>
            <a:lvl2pPr>
              <a:buNone/>
              <a:defRPr sz="1800">
                <a:solidFill>
                  <a:schemeClr val="tx1"/>
                </a:solidFill>
              </a:defRPr>
            </a:lvl2pPr>
            <a:lvl3pPr>
              <a:buNone/>
              <a:defRPr sz="1500">
                <a:solidFill>
                  <a:schemeClr val="tx1"/>
                </a:solidFill>
              </a:defRPr>
            </a:lvl3pPr>
            <a:lvl4pPr>
              <a:buNone/>
              <a:defRPr sz="1350">
                <a:solidFill>
                  <a:schemeClr val="tx1"/>
                </a:solidFill>
              </a:defRPr>
            </a:lvl4pPr>
            <a:lvl5pPr>
              <a:buNone/>
              <a:defRPr sz="1350">
                <a:solidFill>
                  <a:schemeClr val="tx1"/>
                </a:solidFill>
              </a:defRPr>
            </a:lvl5pPr>
            <a:lvl6pPr>
              <a:buNone/>
              <a:defRPr sz="1500"/>
            </a:lvl6pPr>
            <a:lvl7pPr>
              <a:buNone/>
              <a:defRPr sz="1500"/>
            </a:lvl7pPr>
            <a:lvl8pPr>
              <a:buNone/>
              <a:defRPr sz="1500"/>
            </a:lvl8pPr>
            <a:lvl9pPr>
              <a:buNone/>
              <a:defRPr sz="15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8" name="Date Placeholder 7">
            <a:extLst>
              <a:ext uri="{FF2B5EF4-FFF2-40B4-BE49-F238E27FC236}">
                <a16:creationId xmlns:a16="http://schemas.microsoft.com/office/drawing/2014/main" id="{290FD177-6A66-BF93-044C-58936703C8B8}"/>
              </a:ext>
            </a:extLst>
          </p:cNvPr>
          <p:cNvSpPr>
            <a:spLocks noGrp="1"/>
          </p:cNvSpPr>
          <p:nvPr>
            <p:ph type="dt" idx="10"/>
          </p:nvPr>
        </p:nvSpPr>
        <p:spPr/>
        <p:txBody>
          <a:bodyPr/>
          <a:lstStyle/>
          <a:p>
            <a:r>
              <a:t>2026</a:t>
            </a:r>
          </a:p>
        </p:txBody>
      </p:sp>
      <p:sp>
        <p:nvSpPr>
          <p:cNvPr id="10" name="Slide Number Placeholder 9">
            <a:extLst>
              <a:ext uri="{FF2B5EF4-FFF2-40B4-BE49-F238E27FC236}">
                <a16:creationId xmlns:a16="http://schemas.microsoft.com/office/drawing/2014/main" id="{54F9CA93-CABC-8B4C-97C2-4496BC754071}"/>
              </a:ext>
            </a:extLst>
          </p:cNvPr>
          <p:cNvSpPr>
            <a:spLocks noGrp="1"/>
          </p:cNvSpPr>
          <p:nvPr>
            <p:ph type="sldNum" idx="12"/>
          </p:nvPr>
        </p:nvSpPr>
        <p:spPr/>
        <p:txBody>
          <a:bodyPr/>
          <a:lstStyle/>
          <a:p>
            <a:fld id="{DBF5BF70-AF59-E844-AFDD-1A12549F0ECB}" type="slidenum">
              <a:t>‹#›</a:t>
            </a:fld>
            <a:endParaRPr/>
          </a:p>
        </p:txBody>
      </p:sp>
      <p:sp>
        <p:nvSpPr>
          <p:cNvPr id="5" name="Footer Placeholder 6">
            <a:extLst>
              <a:ext uri="{FF2B5EF4-FFF2-40B4-BE49-F238E27FC236}">
                <a16:creationId xmlns:a16="http://schemas.microsoft.com/office/drawing/2014/main" id="{12FBD274-AD36-812E-45A2-2809112CE68C}"/>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
        <p:nvSpPr>
          <p:cNvPr id="6" name="Title 1">
            <a:extLst>
              <a:ext uri="{FF2B5EF4-FFF2-40B4-BE49-F238E27FC236}">
                <a16:creationId xmlns:a16="http://schemas.microsoft.com/office/drawing/2014/main" id="{58F58A41-285C-1AA8-3026-0EEA94B85360}"/>
              </a:ext>
            </a:extLst>
          </p:cNvPr>
          <p:cNvSpPr>
            <a:spLocks noGrp="1"/>
          </p:cNvSpPr>
          <p:nvPr>
            <p:ph type="title"/>
          </p:nvPr>
        </p:nvSpPr>
        <p:spPr>
          <a:xfrm>
            <a:off x="1075157" y="1152605"/>
            <a:ext cx="2656663" cy="1704895"/>
          </a:xfrm>
        </p:spPr>
        <p:txBody>
          <a:bodyPr anchor="b"/>
          <a:lstStyle>
            <a:lvl1pPr algn="r">
              <a:buNone/>
              <a:defRPr sz="2100">
                <a:solidFill>
                  <a:schemeClr val="tx1"/>
                </a:solidFill>
              </a:defRPr>
            </a:lvl1pPr>
          </a:lstStyle>
          <a:p>
            <a:r>
              <a:t>Click to edit Master title style</a:t>
            </a:r>
          </a:p>
        </p:txBody>
      </p:sp>
      <p:sp>
        <p:nvSpPr>
          <p:cNvPr id="7" name="Text Placeholder 3">
            <a:extLst>
              <a:ext uri="{FF2B5EF4-FFF2-40B4-BE49-F238E27FC236}">
                <a16:creationId xmlns:a16="http://schemas.microsoft.com/office/drawing/2014/main" id="{CDB4A44E-63A3-BAE9-8778-4186391F0D4D}"/>
              </a:ext>
            </a:extLst>
          </p:cNvPr>
          <p:cNvSpPr>
            <a:spLocks noGrp="1"/>
          </p:cNvSpPr>
          <p:nvPr>
            <p:ph type="body" idx="2"/>
          </p:nvPr>
        </p:nvSpPr>
        <p:spPr>
          <a:xfrm>
            <a:off x="1075158" y="3041402"/>
            <a:ext cx="2656663" cy="1403598"/>
          </a:xfrm>
        </p:spPr>
        <p:txBody>
          <a:bodyPr/>
          <a:lstStyle>
            <a:lvl1pPr marL="0" indent="0" algn="r">
              <a:buNone/>
              <a:defRPr sz="12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a:buNone/>
            </a:pPr>
            <a:r>
              <a:t>Click to edit Master text styles</a:t>
            </a:r>
          </a:p>
        </p:txBody>
      </p:sp>
    </p:spTree>
    <p:extLst>
      <p:ext uri="{BB962C8B-B14F-4D97-AF65-F5344CB8AC3E}">
        <p14:creationId xmlns:p14="http://schemas.microsoft.com/office/powerpoint/2010/main" val="20422874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a:xfrm>
            <a:off x="1072800" y="363600"/>
            <a:ext cx="6928826" cy="853200"/>
          </a:xfrm>
        </p:spPr>
        <p:txBody>
          <a:bodyPr/>
          <a:lstStyle>
            <a:lvl1pPr>
              <a:buNone/>
              <a:defRPr>
                <a:solidFill>
                  <a:schemeClr val="tx1"/>
                </a:solidFill>
              </a:defRPr>
            </a:lvl1pPr>
          </a:lstStyle>
          <a:p>
            <a:r>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idx="1"/>
          </p:nvPr>
        </p:nvSpPr>
        <p:spPr>
          <a:xfrm>
            <a:off x="1072174" y="1371600"/>
            <a:ext cx="6928826" cy="3708401"/>
          </a:xfrm>
        </p:spPr>
        <p:txBody>
          <a:bodyPr vert="eaVert"/>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0" name="Date Placeholder 9">
            <a:extLst>
              <a:ext uri="{FF2B5EF4-FFF2-40B4-BE49-F238E27FC236}">
                <a16:creationId xmlns:a16="http://schemas.microsoft.com/office/drawing/2014/main" id="{3D2AF288-1887-21D1-1BF6-12D9D516B325}"/>
              </a:ext>
            </a:extLst>
          </p:cNvPr>
          <p:cNvSpPr>
            <a:spLocks noGrp="1"/>
          </p:cNvSpPr>
          <p:nvPr>
            <p:ph type="dt" idx="10"/>
          </p:nvPr>
        </p:nvSpPr>
        <p:spPr/>
        <p:txBody>
          <a:bodyPr/>
          <a:lstStyle/>
          <a:p>
            <a:r>
              <a:t>2026</a:t>
            </a:r>
          </a:p>
        </p:txBody>
      </p:sp>
      <p:sp>
        <p:nvSpPr>
          <p:cNvPr id="12" name="Slide Number Placeholder 11">
            <a:extLst>
              <a:ext uri="{FF2B5EF4-FFF2-40B4-BE49-F238E27FC236}">
                <a16:creationId xmlns:a16="http://schemas.microsoft.com/office/drawing/2014/main" id="{051530D4-71B9-A32E-DAAC-B5A086EA0E47}"/>
              </a:ext>
            </a:extLst>
          </p:cNvPr>
          <p:cNvSpPr>
            <a:spLocks noGrp="1"/>
          </p:cNvSpPr>
          <p:nvPr>
            <p:ph type="sldNum" idx="12"/>
          </p:nvPr>
        </p:nvSpPr>
        <p:spPr/>
        <p:txBody>
          <a:bodyPr/>
          <a:lstStyle/>
          <a:p>
            <a:fld id="{DBF5BF70-AF59-E844-AFDD-1A12549F0ECB}" type="slidenum">
              <a:t>‹#›</a:t>
            </a:fld>
            <a:endParaRPr/>
          </a:p>
        </p:txBody>
      </p:sp>
      <p:sp>
        <p:nvSpPr>
          <p:cNvPr id="4" name="Footer Placeholder 6">
            <a:extLst>
              <a:ext uri="{FF2B5EF4-FFF2-40B4-BE49-F238E27FC236}">
                <a16:creationId xmlns:a16="http://schemas.microsoft.com/office/drawing/2014/main" id="{E2162E7A-3BED-85B6-0ACA-1AA1CF0C401A}"/>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2592461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p:nvPr>
        </p:nvSpPr>
        <p:spPr>
          <a:xfrm>
            <a:off x="6858000" y="1223083"/>
            <a:ext cx="1318846" cy="3856918"/>
          </a:xfrm>
        </p:spPr>
        <p:txBody>
          <a:bodyPr vert="eaVert"/>
          <a:lstStyle>
            <a:lvl1pPr>
              <a:buNone/>
              <a:defRPr>
                <a:solidFill>
                  <a:schemeClr val="tx1"/>
                </a:solidFill>
              </a:defRPr>
            </a:lvl1pPr>
          </a:lstStyle>
          <a:p>
            <a:r>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idx="1"/>
          </p:nvPr>
        </p:nvSpPr>
        <p:spPr>
          <a:xfrm>
            <a:off x="886735" y="1223083"/>
            <a:ext cx="5879534" cy="3856918"/>
          </a:xfrm>
        </p:spPr>
        <p:txBody>
          <a:bodyPr vert="eaVert"/>
          <a:lstStyle>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1" name="Date Placeholder 10">
            <a:extLst>
              <a:ext uri="{FF2B5EF4-FFF2-40B4-BE49-F238E27FC236}">
                <a16:creationId xmlns:a16="http://schemas.microsoft.com/office/drawing/2014/main" id="{0202A3D9-715A-A66E-BEAD-2DC48DE5D084}"/>
              </a:ext>
            </a:extLst>
          </p:cNvPr>
          <p:cNvSpPr>
            <a:spLocks noGrp="1"/>
          </p:cNvSpPr>
          <p:nvPr>
            <p:ph type="dt" idx="10"/>
          </p:nvPr>
        </p:nvSpPr>
        <p:spPr/>
        <p:txBody>
          <a:bodyPr/>
          <a:lstStyle/>
          <a:p>
            <a:r>
              <a:t>2026</a:t>
            </a:r>
          </a:p>
        </p:txBody>
      </p:sp>
      <p:sp>
        <p:nvSpPr>
          <p:cNvPr id="13" name="Slide Number Placeholder 12">
            <a:extLst>
              <a:ext uri="{FF2B5EF4-FFF2-40B4-BE49-F238E27FC236}">
                <a16:creationId xmlns:a16="http://schemas.microsoft.com/office/drawing/2014/main" id="{53D77885-B603-7906-D478-B18E6F1C49A8}"/>
              </a:ext>
            </a:extLst>
          </p:cNvPr>
          <p:cNvSpPr>
            <a:spLocks noGrp="1"/>
          </p:cNvSpPr>
          <p:nvPr>
            <p:ph type="sldNum" idx="12"/>
          </p:nvPr>
        </p:nvSpPr>
        <p:spPr/>
        <p:txBody>
          <a:bodyPr/>
          <a:lstStyle/>
          <a:p>
            <a:fld id="{DBF5BF70-AF59-E844-AFDD-1A12549F0ECB}" type="slidenum">
              <a:t>‹#›</a:t>
            </a:fld>
            <a:endParaRPr/>
          </a:p>
        </p:txBody>
      </p:sp>
      <p:sp>
        <p:nvSpPr>
          <p:cNvPr id="4" name="Footer Placeholder 6">
            <a:extLst>
              <a:ext uri="{FF2B5EF4-FFF2-40B4-BE49-F238E27FC236}">
                <a16:creationId xmlns:a16="http://schemas.microsoft.com/office/drawing/2014/main" id="{55D899C3-BA57-3E92-F97D-683DDDFA5A4D}"/>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Tree>
    <p:extLst>
      <p:ext uri="{BB962C8B-B14F-4D97-AF65-F5344CB8AC3E}">
        <p14:creationId xmlns:p14="http://schemas.microsoft.com/office/powerpoint/2010/main" val="38166096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979FF-1A12-F419-155E-A5C3DFAE566E}"/>
              </a:ext>
            </a:extLst>
          </p:cNvPr>
          <p:cNvSpPr>
            <a:spLocks noGrp="1"/>
          </p:cNvSpPr>
          <p:nvPr>
            <p:ph type="title"/>
          </p:nvPr>
        </p:nvSpPr>
        <p:spPr/>
        <p:txBody>
          <a:bodyPr/>
          <a:lstStyle/>
          <a:p>
            <a:r>
              <a:t>Click to edit Master title style</a:t>
            </a:r>
          </a:p>
        </p:txBody>
      </p:sp>
      <p:sp>
        <p:nvSpPr>
          <p:cNvPr id="3" name="Text Placeholder 2">
            <a:extLst>
              <a:ext uri="{FF2B5EF4-FFF2-40B4-BE49-F238E27FC236}">
                <a16:creationId xmlns:a16="http://schemas.microsoft.com/office/drawing/2014/main" id="{56252CAD-AEA0-3F20-B599-928FA1669E17}"/>
              </a:ext>
            </a:extLst>
          </p:cNvPr>
          <p:cNvSpPr>
            <a:spLocks noGrp="1"/>
          </p:cNvSpPr>
          <p:nvPr>
            <p:ph type="body"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32C9EEAC-E7F2-4622-CBBC-6CB6BDA4AADA}"/>
              </a:ext>
            </a:extLst>
          </p:cNvPr>
          <p:cNvSpPr>
            <a:spLocks noGrp="1"/>
          </p:cNvSpPr>
          <p:nvPr>
            <p:ph type="dt" idx="10"/>
          </p:nvPr>
        </p:nvSpPr>
        <p:spPr/>
        <p:txBody>
          <a:bodyPr/>
          <a:lstStyle/>
          <a:p>
            <a:fld id="{7445D5E0-3672-BD42-9FC5-943A94988202}" type="datetimeFigureOut">
              <a:t>7/6/26</a:t>
            </a:fld>
            <a:endParaRPr/>
          </a:p>
        </p:txBody>
      </p:sp>
      <p:sp>
        <p:nvSpPr>
          <p:cNvPr id="5" name="Footer Placeholder 4">
            <a:extLst>
              <a:ext uri="{FF2B5EF4-FFF2-40B4-BE49-F238E27FC236}">
                <a16:creationId xmlns:a16="http://schemas.microsoft.com/office/drawing/2014/main" id="{29F7D75C-4E9C-DADD-00E7-E0C14071B10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9AC06ED-90A3-15ED-899C-C394C9BE8CD5}"/>
              </a:ext>
            </a:extLst>
          </p:cNvPr>
          <p:cNvSpPr>
            <a:spLocks noGrp="1"/>
          </p:cNvSpPr>
          <p:nvPr>
            <p:ph type="sldNum" idx="12"/>
          </p:nvPr>
        </p:nvSpPr>
        <p:spPr/>
        <p:txBody>
          <a:bodyPr/>
          <a:lstStyle/>
          <a:p>
            <a:fld id="{088D9CD1-DF71-2F4D-ADEE-191CB838CA0C}" type="slidenum">
              <a:t>‹#›</a:t>
            </a:fld>
            <a:endParaRPr/>
          </a:p>
        </p:txBody>
      </p:sp>
    </p:spTree>
    <p:extLst>
      <p:ext uri="{BB962C8B-B14F-4D97-AF65-F5344CB8AC3E}">
        <p14:creationId xmlns:p14="http://schemas.microsoft.com/office/powerpoint/2010/main" val="3249849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072174" y="363600"/>
            <a:ext cx="6928826" cy="853200"/>
          </a:xfrm>
          <a:prstGeom prst="rect">
            <a:avLst/>
          </a:prstGeom>
        </p:spPr>
        <p:txBody>
          <a:bodyPr vert="horz" lIns="91440" tIns="45720" rIns="91440" bIns="45720" rtlCol="0" anchor="b">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072174" y="1358900"/>
            <a:ext cx="6928826" cy="37211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a:extLst>
              <a:ext uri="{FF2B5EF4-FFF2-40B4-BE49-F238E27FC236}">
                <a16:creationId xmlns:a16="http://schemas.microsoft.com/office/drawing/2014/main" id="{06798AF7-972C-CC20-635B-118D83B407AC}"/>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GB" dirty="0"/>
          </a:p>
        </p:txBody>
      </p:sp>
      <p:sp>
        <p:nvSpPr>
          <p:cNvPr id="8" name="Date Placeholder 7">
            <a:extLst>
              <a:ext uri="{FF2B5EF4-FFF2-40B4-BE49-F238E27FC236}">
                <a16:creationId xmlns:a16="http://schemas.microsoft.com/office/drawing/2014/main" id="{62EA3336-59B0-6C98-1782-7FD7A919A4A4}"/>
              </a:ext>
            </a:extLst>
          </p:cNvPr>
          <p:cNvSpPr>
            <a:spLocks noGrp="1"/>
          </p:cNvSpPr>
          <p:nvPr>
            <p:ph type="dt" sz="half" idx="2"/>
          </p:nvPr>
        </p:nvSpPr>
        <p:spPr>
          <a:xfrm rot="5400000">
            <a:off x="7633108" y="4146665"/>
            <a:ext cx="2457713" cy="273844"/>
          </a:xfrm>
          <a:prstGeom prst="rect">
            <a:avLst/>
          </a:prstGeom>
        </p:spPr>
        <p:txBody>
          <a:bodyPr vert="horz" lIns="91440" tIns="45720" rIns="91440" bIns="45720" rtlCol="0" anchor="ctr"/>
          <a:lstStyle>
            <a:lvl1pPr algn="l">
              <a:defRPr sz="825">
                <a:solidFill>
                  <a:schemeClr val="tx1">
                    <a:tint val="75000"/>
                  </a:schemeClr>
                </a:solidFill>
              </a:defRPr>
            </a:lvl1pPr>
          </a:lstStyle>
          <a:p>
            <a:fld id="{49E98D66-028D-2C44-958C-F704AB81929F}" type="datetime1">
              <a:rPr lang="en-GB" smtClean="0"/>
              <a:t>06/07/2026</a:t>
            </a:fld>
            <a:endParaRPr lang="en-GB" dirty="0"/>
          </a:p>
        </p:txBody>
      </p:sp>
      <p:sp>
        <p:nvSpPr>
          <p:cNvPr id="9" name="Slide Number Placeholder 8">
            <a:extLst>
              <a:ext uri="{FF2B5EF4-FFF2-40B4-BE49-F238E27FC236}">
                <a16:creationId xmlns:a16="http://schemas.microsoft.com/office/drawing/2014/main" id="{E01A2320-E8EF-E45A-C5C4-A9F47FB0FAEB}"/>
              </a:ext>
            </a:extLst>
          </p:cNvPr>
          <p:cNvSpPr>
            <a:spLocks noGrp="1"/>
          </p:cNvSpPr>
          <p:nvPr>
            <p:ph type="sldNum" sz="quarter" idx="4"/>
          </p:nvPr>
        </p:nvSpPr>
        <p:spPr>
          <a:xfrm>
            <a:off x="8681013" y="2579593"/>
            <a:ext cx="361905" cy="362253"/>
          </a:xfrm>
          <a:prstGeom prst="rect">
            <a:avLst/>
          </a:prstGeom>
        </p:spPr>
        <p:txBody>
          <a:bodyPr vert="horz" lIns="91440" tIns="45720" rIns="91440" bIns="45720" rtlCol="0" anchor="ctr"/>
          <a:lstStyle>
            <a:lvl1pPr algn="ctr">
              <a:defRPr lang="en-GB" sz="900" smtClean="0">
                <a:solidFill>
                  <a:schemeClr val="tx1">
                    <a:tint val="75000"/>
                  </a:schemeClr>
                </a:solidFill>
              </a:defRPr>
            </a:lvl1pPr>
          </a:lstStyle>
          <a:p>
            <a:fld id="{DBF5BF70-AF59-E844-AFDD-1A12549F0ECB}" type="slidenum">
              <a:rPr lang="en-GB" smtClean="0"/>
              <a:pPr/>
              <a:t>‹#›</a:t>
            </a:fld>
            <a:endParaRPr lang="en-GB"/>
          </a:p>
        </p:txBody>
      </p:sp>
    </p:spTree>
    <p:extLst>
      <p:ext uri="{BB962C8B-B14F-4D97-AF65-F5344CB8AC3E}">
        <p14:creationId xmlns:p14="http://schemas.microsoft.com/office/powerpoint/2010/main" val="3049301017"/>
      </p:ext>
    </p:extLst>
  </p:cSld>
  <p:clrMap bg1="lt1" tx1="dk1" bg2="lt2" tx2="dk2" accent1="accent1" accent2="accent2" accent3="accent3" accent4="accent4" accent5="accent5" accent6="accent6" hlink="hlink" folHlink="folHlink"/>
  <p:sldLayoutIdLst>
    <p:sldLayoutId id="2147483754" r:id="rId1"/>
    <p:sldLayoutId id="2147483746" r:id="rId2"/>
    <p:sldLayoutId id="2147483747" r:id="rId3"/>
    <p:sldLayoutId id="2147483748" r:id="rId4"/>
    <p:sldLayoutId id="2147483767" r:id="rId5"/>
    <p:sldLayoutId id="2147483759" r:id="rId6"/>
    <p:sldLayoutId id="2147483749" r:id="rId7"/>
    <p:sldLayoutId id="2147483758" r:id="rId8"/>
    <p:sldLayoutId id="2147483761" r:id="rId9"/>
    <p:sldLayoutId id="2147483760" r:id="rId10"/>
    <p:sldLayoutId id="2147483755" r:id="rId11"/>
    <p:sldLayoutId id="2147483762" r:id="rId12"/>
    <p:sldLayoutId id="2147483763" r:id="rId13"/>
    <p:sldLayoutId id="2147483764" r:id="rId14"/>
    <p:sldLayoutId id="2147483765" r:id="rId15"/>
    <p:sldLayoutId id="2147483766" r:id="rId16"/>
    <p:sldLayoutId id="2147483743" r:id="rId17"/>
    <p:sldLayoutId id="2147483739" r:id="rId18"/>
    <p:sldLayoutId id="2147483740" r:id="rId19"/>
    <p:sldLayoutId id="2147483742" r:id="rId20"/>
    <p:sldLayoutId id="2147483744" r:id="rId21"/>
    <p:sldLayoutId id="2147483768" r:id="rId22"/>
  </p:sldLayoutIdLst>
  <p:hf hdr="0"/>
  <p:txStyles>
    <p:titleStyle>
      <a:lvl1pPr algn="l" defTabSz="685800" rtl="0" eaLnBrk="1" latinLnBrk="0" hangingPunct="1">
        <a:lnSpc>
          <a:spcPct val="120000"/>
        </a:lnSpc>
        <a:spcBef>
          <a:spcPct val="0"/>
        </a:spcBef>
        <a:buNone/>
        <a:defRPr sz="2400" b="1" kern="1200" cap="all" spc="450" baseline="0">
          <a:solidFill>
            <a:schemeClr val="tx1"/>
          </a:solidFill>
          <a:latin typeface="+mj-lt"/>
          <a:ea typeface="+mj-ea"/>
          <a:cs typeface="+mj-cs"/>
        </a:defRPr>
      </a:lvl1pPr>
    </p:titleStyle>
    <p:bodyStyle>
      <a:lvl1pPr marL="205740" indent="-205740" algn="l" defTabSz="685800" rtl="0" eaLnBrk="1" latinLnBrk="0" hangingPunct="1">
        <a:lnSpc>
          <a:spcPct val="100000"/>
        </a:lnSpc>
        <a:spcBef>
          <a:spcPts val="0"/>
        </a:spcBef>
        <a:spcAft>
          <a:spcPts val="600"/>
        </a:spcAft>
        <a:buSzPct val="85000"/>
        <a:buFont typeface="Arial" panose="020B0604020202020204" pitchFamily="34" charset="0"/>
        <a:buChar char="•"/>
        <a:defRPr sz="1800" kern="1200">
          <a:solidFill>
            <a:schemeClr val="tx1"/>
          </a:solidFill>
          <a:latin typeface="+mn-lt"/>
          <a:ea typeface="+mn-ea"/>
          <a:cs typeface="+mn-cs"/>
        </a:defRPr>
      </a:lvl1pPr>
      <a:lvl2pPr marL="302419" indent="-164306" algn="l" defTabSz="685800" rtl="0" eaLnBrk="1" latinLnBrk="0" hangingPunct="1">
        <a:lnSpc>
          <a:spcPct val="100000"/>
        </a:lnSpc>
        <a:spcBef>
          <a:spcPts val="0"/>
        </a:spcBef>
        <a:spcAft>
          <a:spcPts val="600"/>
        </a:spcAft>
        <a:buSzPct val="85000"/>
        <a:buFont typeface="Courier New" panose="02070309020205020404" pitchFamily="49" charset="0"/>
        <a:buChar char="o"/>
        <a:tabLst/>
        <a:defRPr sz="1600" b="0" kern="1200">
          <a:solidFill>
            <a:schemeClr val="tx1"/>
          </a:solidFill>
          <a:latin typeface="+mn-lt"/>
          <a:ea typeface="+mn-ea"/>
          <a:cs typeface="+mn-cs"/>
        </a:defRPr>
      </a:lvl2pPr>
      <a:lvl3pPr marL="342900" indent="-137160" algn="l" defTabSz="685800" rtl="0" eaLnBrk="1" latinLnBrk="0" hangingPunct="1">
        <a:lnSpc>
          <a:spcPct val="100000"/>
        </a:lnSpc>
        <a:spcBef>
          <a:spcPts val="0"/>
        </a:spcBef>
        <a:spcAft>
          <a:spcPts val="600"/>
        </a:spcAft>
        <a:buSzPct val="85000"/>
        <a:buFont typeface="Arial" panose="020B0604020202020204" pitchFamily="34" charset="0"/>
        <a:buChar char="•"/>
        <a:defRPr sz="1400" kern="1200">
          <a:solidFill>
            <a:schemeClr val="tx1"/>
          </a:solidFill>
          <a:latin typeface="+mn-lt"/>
          <a:ea typeface="+mn-ea"/>
          <a:cs typeface="+mn-cs"/>
        </a:defRPr>
      </a:lvl3pPr>
      <a:lvl4pPr marL="406004" indent="-138113" algn="l" defTabSz="685800" rtl="0" eaLnBrk="1" latinLnBrk="0" hangingPunct="1">
        <a:lnSpc>
          <a:spcPct val="100000"/>
        </a:lnSpc>
        <a:spcBef>
          <a:spcPts val="0"/>
        </a:spcBef>
        <a:spcAft>
          <a:spcPts val="600"/>
        </a:spcAft>
        <a:buSzPct val="85000"/>
        <a:buFont typeface="Courier New" panose="02070309020205020404" pitchFamily="49" charset="0"/>
        <a:buChar char="o"/>
        <a:tabLst/>
        <a:defRPr sz="1200" b="0" kern="1200">
          <a:solidFill>
            <a:schemeClr val="tx1"/>
          </a:solidFill>
          <a:latin typeface="+mn-lt"/>
          <a:ea typeface="+mn-ea"/>
          <a:cs typeface="+mn-cs"/>
        </a:defRPr>
      </a:lvl4pPr>
      <a:lvl5pPr marL="480060" indent="-137160" algn="l" defTabSz="685800" rtl="0" eaLnBrk="1" latinLnBrk="0" hangingPunct="1">
        <a:lnSpc>
          <a:spcPct val="100000"/>
        </a:lnSpc>
        <a:spcBef>
          <a:spcPts val="0"/>
        </a:spcBef>
        <a:spcAft>
          <a:spcPts val="600"/>
        </a:spcAft>
        <a:buSzPct val="85000"/>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072174" y="363600"/>
            <a:ext cx="6928826" cy="853200"/>
          </a:xfrm>
          <a:prstGeom prst="rect">
            <a:avLst/>
          </a:prstGeom>
        </p:spPr>
        <p:txBody>
          <a:bodyPr vert="horz" lIns="91440" tIns="45720" rIns="91440" bIns="45720" anchor="b">
            <a:noAutofit/>
          </a:bodyPr>
          <a:lstStyle/>
          <a:p>
            <a:r>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072174" y="1358900"/>
            <a:ext cx="6928826" cy="3721101"/>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Footer Placeholder 6">
            <a:extLst>
              <a:ext uri="{FF2B5EF4-FFF2-40B4-BE49-F238E27FC236}">
                <a16:creationId xmlns:a16="http://schemas.microsoft.com/office/drawing/2014/main" id="{06798AF7-972C-CC20-635B-118D83B407AC}"/>
              </a:ext>
            </a:extLst>
          </p:cNvPr>
          <p:cNvSpPr>
            <a:spLocks noGrp="1"/>
          </p:cNvSpPr>
          <p:nvPr>
            <p:ph type="ftr" idx="3"/>
          </p:nvPr>
        </p:nvSpPr>
        <p:spPr>
          <a:xfrm rot="5400000">
            <a:off x="7729890" y="1197711"/>
            <a:ext cx="2264149" cy="273844"/>
          </a:xfrm>
          <a:prstGeom prst="rect">
            <a:avLst/>
          </a:prstGeom>
        </p:spPr>
        <p:txBody>
          <a:bodyPr vert="horz" lIns="91440" tIns="45720" rIns="91440" bIns="45720" anchor="ctr"/>
          <a:lstStyle>
            <a:lvl1pPr algn="r">
              <a:buNone/>
              <a:defRPr sz="900">
                <a:solidFill>
                  <a:schemeClr val="tx1">
                    <a:tint val="75000"/>
                  </a:schemeClr>
                </a:solidFill>
              </a:defRPr>
            </a:lvl1pPr>
          </a:lstStyle>
          <a:p>
            <a:r>
              <a:t>Texts as Data</a:t>
            </a:r>
          </a:p>
        </p:txBody>
      </p:sp>
      <p:sp>
        <p:nvSpPr>
          <p:cNvPr id="8" name="Date Placeholder 7">
            <a:extLst>
              <a:ext uri="{FF2B5EF4-FFF2-40B4-BE49-F238E27FC236}">
                <a16:creationId xmlns:a16="http://schemas.microsoft.com/office/drawing/2014/main" id="{62EA3336-59B0-6C98-1782-7FD7A919A4A4}"/>
              </a:ext>
            </a:extLst>
          </p:cNvPr>
          <p:cNvSpPr>
            <a:spLocks noGrp="1"/>
          </p:cNvSpPr>
          <p:nvPr>
            <p:ph type="dt" idx="2"/>
          </p:nvPr>
        </p:nvSpPr>
        <p:spPr>
          <a:xfrm rot="5400000">
            <a:off x="7633108" y="4146665"/>
            <a:ext cx="2457713" cy="273844"/>
          </a:xfrm>
          <a:prstGeom prst="rect">
            <a:avLst/>
          </a:prstGeom>
        </p:spPr>
        <p:txBody>
          <a:bodyPr vert="horz" lIns="91440" tIns="45720" rIns="91440" bIns="45720" anchor="ctr"/>
          <a:lstStyle>
            <a:lvl1pPr algn="l">
              <a:buNone/>
              <a:defRPr sz="825">
                <a:solidFill>
                  <a:schemeClr val="tx1">
                    <a:tint val="75000"/>
                  </a:schemeClr>
                </a:solidFill>
              </a:defRPr>
            </a:lvl1pPr>
          </a:lstStyle>
          <a:p>
            <a:r>
              <a:t>2026</a:t>
            </a:r>
          </a:p>
        </p:txBody>
      </p:sp>
      <p:sp>
        <p:nvSpPr>
          <p:cNvPr id="9" name="Slide Number Placeholder 8">
            <a:extLst>
              <a:ext uri="{FF2B5EF4-FFF2-40B4-BE49-F238E27FC236}">
                <a16:creationId xmlns:a16="http://schemas.microsoft.com/office/drawing/2014/main" id="{E01A2320-E8EF-E45A-C5C4-A9F47FB0FAEB}"/>
              </a:ext>
            </a:extLst>
          </p:cNvPr>
          <p:cNvSpPr>
            <a:spLocks noGrp="1"/>
          </p:cNvSpPr>
          <p:nvPr>
            <p:ph type="sldNum" idx="4"/>
          </p:nvPr>
        </p:nvSpPr>
        <p:spPr>
          <a:xfrm>
            <a:off x="8681013" y="2579593"/>
            <a:ext cx="361905" cy="362253"/>
          </a:xfrm>
          <a:prstGeom prst="rect">
            <a:avLst/>
          </a:prstGeom>
        </p:spPr>
        <p:txBody>
          <a:bodyPr vert="horz" lIns="91440" tIns="45720" rIns="91440" bIns="45720" anchor="ctr"/>
          <a:lstStyle>
            <a:lvl1pPr algn="ctr">
              <a:buNone/>
              <a:defRPr sz="900">
                <a:solidFill>
                  <a:schemeClr val="tx1">
                    <a:tint val="75000"/>
                  </a:schemeClr>
                </a:solidFill>
              </a:defRPr>
            </a:lvl1pPr>
          </a:lstStyle>
          <a:p>
            <a:fld id="{DBF5BF70-AF59-E844-AFDD-1A12549F0ECB}" type="slidenum">
              <a:t>‹#›</a:t>
            </a:fld>
            <a:endParaRPr/>
          </a:p>
        </p:txBody>
      </p:sp>
    </p:spTree>
    <p:extLst>
      <p:ext uri="{BB962C8B-B14F-4D97-AF65-F5344CB8AC3E}">
        <p14:creationId xmlns:p14="http://schemas.microsoft.com/office/powerpoint/2010/main" val="2101790879"/>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 id="2147483789" r:id="rId20"/>
    <p:sldLayoutId id="2147483790" r:id="rId21"/>
  </p:sldLayoutIdLst>
  <p:hf hdr="0"/>
  <p:txStyles>
    <p:titleStyle>
      <a:lvl1pPr algn="l">
        <a:lnSpc>
          <a:spcPct val="120000"/>
        </a:lnSpc>
        <a:buNone/>
        <a:defRPr sz="2100" b="1" cap="all" spc="450">
          <a:solidFill>
            <a:schemeClr val="tx1"/>
          </a:solidFill>
          <a:latin typeface="+mj-lt"/>
          <a:ea typeface="+mj-lt"/>
          <a:cs typeface="+mj-lt"/>
        </a:defRPr>
      </a:lvl1pPr>
    </p:titleStyle>
    <p:bodyStyle>
      <a:lvl1pPr marL="205740" indent="-205740" algn="l">
        <a:lnSpc>
          <a:spcPct val="130000"/>
        </a:lnSpc>
        <a:spcBef>
          <a:spcPts val="750"/>
        </a:spcBef>
        <a:buChar char="•"/>
        <a:defRPr sz="1350">
          <a:solidFill>
            <a:schemeClr val="tx1"/>
          </a:solidFill>
          <a:latin typeface="+mn-lt"/>
          <a:ea typeface="+mn-lt"/>
          <a:cs typeface="+mn-lt"/>
        </a:defRPr>
      </a:lvl1pPr>
      <a:lvl2pPr marL="302419" indent="-164306" algn="l">
        <a:lnSpc>
          <a:spcPct val="130000"/>
        </a:lnSpc>
        <a:spcBef>
          <a:spcPts val="375"/>
        </a:spcBef>
        <a:buChar char="o"/>
        <a:defRPr sz="1200" b="0">
          <a:solidFill>
            <a:schemeClr val="tx1"/>
          </a:solidFill>
          <a:latin typeface="+mn-lt"/>
          <a:ea typeface="+mn-lt"/>
          <a:cs typeface="+mn-lt"/>
        </a:defRPr>
      </a:lvl2pPr>
      <a:lvl3pPr marL="342900" indent="-137160" algn="l">
        <a:lnSpc>
          <a:spcPct val="130000"/>
        </a:lnSpc>
        <a:spcBef>
          <a:spcPts val="375"/>
        </a:spcBef>
        <a:buChar char="•"/>
        <a:defRPr sz="1050">
          <a:solidFill>
            <a:schemeClr val="tx1"/>
          </a:solidFill>
          <a:latin typeface="+mn-lt"/>
          <a:ea typeface="+mn-lt"/>
          <a:cs typeface="+mn-lt"/>
        </a:defRPr>
      </a:lvl3pPr>
      <a:lvl4pPr marL="406004" indent="-138113" algn="l">
        <a:lnSpc>
          <a:spcPct val="130000"/>
        </a:lnSpc>
        <a:spcBef>
          <a:spcPts val="375"/>
        </a:spcBef>
        <a:buChar char="o"/>
        <a:defRPr sz="900" b="0">
          <a:solidFill>
            <a:schemeClr val="tx1"/>
          </a:solidFill>
          <a:latin typeface="+mn-lt"/>
          <a:ea typeface="+mn-lt"/>
          <a:cs typeface="+mn-lt"/>
        </a:defRPr>
      </a:lvl4pPr>
      <a:lvl5pPr marL="480060" indent="-137160" algn="l">
        <a:lnSpc>
          <a:spcPct val="130000"/>
        </a:lnSpc>
        <a:spcBef>
          <a:spcPts val="375"/>
        </a:spcBef>
        <a:buChar char="•"/>
        <a:defRPr sz="900">
          <a:solidFill>
            <a:schemeClr val="tx1"/>
          </a:solidFill>
          <a:latin typeface="+mn-lt"/>
          <a:ea typeface="+mn-lt"/>
          <a:cs typeface="+mn-lt"/>
        </a:defRPr>
      </a:lvl5pPr>
      <a:lvl6pPr marL="1885950" indent="-171450" algn="l">
        <a:lnSpc>
          <a:spcPct val="90000"/>
        </a:lnSpc>
        <a:spcBef>
          <a:spcPts val="375"/>
        </a:spcBef>
        <a:buChar char="•"/>
        <a:defRPr sz="1350">
          <a:solidFill>
            <a:schemeClr val="tx1"/>
          </a:solidFill>
          <a:latin typeface="+mn-lt"/>
          <a:ea typeface="+mn-lt"/>
          <a:cs typeface="+mn-lt"/>
        </a:defRPr>
      </a:lvl6pPr>
      <a:lvl7pPr marL="2228850" indent="-171450" algn="l">
        <a:lnSpc>
          <a:spcPct val="90000"/>
        </a:lnSpc>
        <a:spcBef>
          <a:spcPts val="375"/>
        </a:spcBef>
        <a:buChar char="•"/>
        <a:defRPr sz="1350">
          <a:solidFill>
            <a:schemeClr val="tx1"/>
          </a:solidFill>
          <a:latin typeface="+mn-lt"/>
          <a:ea typeface="+mn-lt"/>
          <a:cs typeface="+mn-lt"/>
        </a:defRPr>
      </a:lvl7pPr>
      <a:lvl8pPr marL="2571750" indent="-171450" algn="l">
        <a:lnSpc>
          <a:spcPct val="90000"/>
        </a:lnSpc>
        <a:spcBef>
          <a:spcPts val="375"/>
        </a:spcBef>
        <a:buChar char="•"/>
        <a:defRPr sz="1350">
          <a:solidFill>
            <a:schemeClr val="tx1"/>
          </a:solidFill>
          <a:latin typeface="+mn-lt"/>
          <a:ea typeface="+mn-lt"/>
          <a:cs typeface="+mn-lt"/>
        </a:defRPr>
      </a:lvl8pPr>
      <a:lvl9pPr marL="2914650" indent="-171450" algn="l">
        <a:lnSpc>
          <a:spcPct val="90000"/>
        </a:lnSpc>
        <a:spcBef>
          <a:spcPts val="375"/>
        </a:spcBef>
        <a:buChar char="•"/>
        <a:defRPr sz="1350">
          <a:solidFill>
            <a:schemeClr val="tx1"/>
          </a:solidFill>
          <a:latin typeface="+mn-lt"/>
          <a:ea typeface="+mn-lt"/>
          <a:cs typeface="+mn-lt"/>
        </a:defRPr>
      </a:lvl9pPr>
    </p:bodyStyle>
    <p:otherStyle>
      <a:lvl1pPr marL="0" algn="l">
        <a:buNone/>
        <a:defRPr sz="1350">
          <a:solidFill>
            <a:schemeClr val="tx1"/>
          </a:solidFill>
          <a:latin typeface="+mn-lt"/>
          <a:ea typeface="+mn-lt"/>
          <a:cs typeface="+mn-lt"/>
        </a:defRPr>
      </a:lvl1pPr>
      <a:lvl2pPr marL="342900" algn="l">
        <a:buNone/>
        <a:defRPr sz="1350">
          <a:solidFill>
            <a:schemeClr val="tx1"/>
          </a:solidFill>
          <a:latin typeface="+mn-lt"/>
          <a:ea typeface="+mn-lt"/>
          <a:cs typeface="+mn-lt"/>
        </a:defRPr>
      </a:lvl2pPr>
      <a:lvl3pPr marL="685800" algn="l">
        <a:buNone/>
        <a:defRPr sz="1350">
          <a:solidFill>
            <a:schemeClr val="tx1"/>
          </a:solidFill>
          <a:latin typeface="+mn-lt"/>
          <a:ea typeface="+mn-lt"/>
          <a:cs typeface="+mn-lt"/>
        </a:defRPr>
      </a:lvl3pPr>
      <a:lvl4pPr marL="1028700" algn="l">
        <a:buNone/>
        <a:defRPr sz="1350">
          <a:solidFill>
            <a:schemeClr val="tx1"/>
          </a:solidFill>
          <a:latin typeface="+mn-lt"/>
          <a:ea typeface="+mn-lt"/>
          <a:cs typeface="+mn-lt"/>
        </a:defRPr>
      </a:lvl4pPr>
      <a:lvl5pPr marL="1371600" algn="l">
        <a:buNone/>
        <a:defRPr sz="1350">
          <a:solidFill>
            <a:schemeClr val="tx1"/>
          </a:solidFill>
          <a:latin typeface="+mn-lt"/>
          <a:ea typeface="+mn-lt"/>
          <a:cs typeface="+mn-lt"/>
        </a:defRPr>
      </a:lvl5pPr>
      <a:lvl6pPr marL="1714500" algn="l">
        <a:buNone/>
        <a:defRPr sz="1350">
          <a:solidFill>
            <a:schemeClr val="tx1"/>
          </a:solidFill>
          <a:latin typeface="+mn-lt"/>
          <a:ea typeface="+mn-lt"/>
          <a:cs typeface="+mn-lt"/>
        </a:defRPr>
      </a:lvl6pPr>
      <a:lvl7pPr marL="2057400" algn="l">
        <a:buNone/>
        <a:defRPr sz="1350">
          <a:solidFill>
            <a:schemeClr val="tx1"/>
          </a:solidFill>
          <a:latin typeface="+mn-lt"/>
          <a:ea typeface="+mn-lt"/>
          <a:cs typeface="+mn-lt"/>
        </a:defRPr>
      </a:lvl7pPr>
      <a:lvl8pPr marL="2400300" algn="l">
        <a:buNone/>
        <a:defRPr sz="1350">
          <a:solidFill>
            <a:schemeClr val="tx1"/>
          </a:solidFill>
          <a:latin typeface="+mn-lt"/>
          <a:ea typeface="+mn-lt"/>
          <a:cs typeface="+mn-lt"/>
        </a:defRPr>
      </a:lvl8pPr>
      <a:lvl9pPr marL="2743200" algn="l">
        <a:buNone/>
        <a:defRPr sz="135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hyperlink" Target="https://doi.org/10.1177/0003122419877135" TargetMode="External"/><Relationship Id="rId3" Type="http://schemas.openxmlformats.org/officeDocument/2006/relationships/hyperlink" Target="https://doi.org/10.1145/3359190" TargetMode="External"/><Relationship Id="rId7" Type="http://schemas.openxmlformats.org/officeDocument/2006/relationships/hyperlink" Target="https://doi.org/10.22148/16.007" TargetMode="External"/><Relationship Id="rId12" Type="http://schemas.openxmlformats.org/officeDocument/2006/relationships/hyperlink" Target="https://doi.org/10.1632/pmla.2020.135.1.59"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doi.org/10.1016/j.compenvurbsys.2015.12.003" TargetMode="External"/><Relationship Id="rId11" Type="http://schemas.openxmlformats.org/officeDocument/2006/relationships/hyperlink" Target="https://doi.org/10.7312/so--19772" TargetMode="External"/><Relationship Id="rId5" Type="http://schemas.openxmlformats.org/officeDocument/2006/relationships/hyperlink" Target="https://doi.org/10.1073/pnas.1720347115" TargetMode="External"/><Relationship Id="rId10" Type="http://schemas.openxmlformats.org/officeDocument/2006/relationships/hyperlink" Target="https://doi.org/10.7208/chicago/9780226568898.001.0001" TargetMode="External"/><Relationship Id="rId4" Type="http://schemas.openxmlformats.org/officeDocument/2006/relationships/hyperlink" Target="https://doi.org/10.5406/j.ctvfjd0mf" TargetMode="External"/><Relationship Id="rId9" Type="http://schemas.openxmlformats.org/officeDocument/2006/relationships/hyperlink" Target="https://pudding.cool/2022/02/women-in-headlin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a:lum bright="-30000"/>
            <a:extLst>
              <a:ext uri="{96DAC541-7B7A-43D3-8B79-37D633B846F1}">
                <asvg:svgBlip xmlns:asvg="http://schemas.microsoft.com/office/drawing/2016/SVG/main" r:embed="rId3"/>
              </a:ext>
            </a:extLst>
          </a:blip>
          <a:srcRect/>
          <a:stretch>
            <a:fillRect t="-7000" b="-8000"/>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8BD686-CDAC-D310-6923-55E32C52A592}"/>
              </a:ext>
            </a:extLst>
          </p:cNvPr>
          <p:cNvSpPr>
            <a:spLocks noGrp="1"/>
          </p:cNvSpPr>
          <p:nvPr>
            <p:ph type="ctrTitle"/>
          </p:nvPr>
        </p:nvSpPr>
        <p:spPr/>
        <p:txBody>
          <a:bodyPr>
            <a:normAutofit/>
          </a:bodyPr>
          <a:lstStyle/>
          <a:p>
            <a:r>
              <a:rPr dirty="0"/>
              <a:t>Texts as Data</a:t>
            </a:r>
          </a:p>
        </p:txBody>
      </p:sp>
      <p:sp>
        <p:nvSpPr>
          <p:cNvPr id="6" name="Subtitle 5">
            <a:extLst>
              <a:ext uri="{FF2B5EF4-FFF2-40B4-BE49-F238E27FC236}">
                <a16:creationId xmlns:a16="http://schemas.microsoft.com/office/drawing/2014/main" id="{A8C19BCE-E84C-5C2B-D6DE-CB290892C0A9}"/>
              </a:ext>
            </a:extLst>
          </p:cNvPr>
          <p:cNvSpPr>
            <a:spLocks noGrp="1"/>
          </p:cNvSpPr>
          <p:nvPr>
            <p:ph type="subTitle" idx="1"/>
          </p:nvPr>
        </p:nvSpPr>
        <p:spPr>
          <a:xfrm>
            <a:off x="1968284" y="2483115"/>
            <a:ext cx="5149207" cy="596636"/>
          </a:xfrm>
        </p:spPr>
        <p:txBody>
          <a:bodyPr/>
          <a:lstStyle/>
          <a:p>
            <a:r>
              <a:rPr dirty="0"/>
              <a:t>Introduction to Text Analysis with R</a:t>
            </a:r>
          </a:p>
        </p:txBody>
      </p:sp>
      <p:sp>
        <p:nvSpPr>
          <p:cNvPr id="7" name="Text Placeholder 6">
            <a:extLst>
              <a:ext uri="{FF2B5EF4-FFF2-40B4-BE49-F238E27FC236}">
                <a16:creationId xmlns:a16="http://schemas.microsoft.com/office/drawing/2014/main" id="{94FD88FB-1D2E-F554-DC50-B3F26B9AAA01}"/>
              </a:ext>
            </a:extLst>
          </p:cNvPr>
          <p:cNvSpPr>
            <a:spLocks noGrp="1"/>
          </p:cNvSpPr>
          <p:nvPr>
            <p:ph type="body" idx="11"/>
          </p:nvPr>
        </p:nvSpPr>
        <p:spPr/>
        <p:txBody>
          <a:bodyPr/>
          <a:lstStyle/>
          <a:p>
            <a:r>
              <a:t>Dr Giulia Grisot</a:t>
            </a:r>
          </a:p>
          <a:p>
            <a:r>
              <a:t>The University of Manchester</a:t>
            </a:r>
          </a:p>
        </p:txBody>
      </p:sp>
    </p:spTree>
    <p:extLst>
      <p:ext uri="{BB962C8B-B14F-4D97-AF65-F5344CB8AC3E}">
        <p14:creationId xmlns:p14="http://schemas.microsoft.com/office/powerpoint/2010/main" val="370793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A7B66-BDD4-4453-648C-0CAA1ECE235B}"/>
              </a:ext>
            </a:extLst>
          </p:cNvPr>
          <p:cNvSpPr>
            <a:spLocks noGrp="1"/>
          </p:cNvSpPr>
          <p:nvPr>
            <p:ph type="title"/>
          </p:nvPr>
        </p:nvSpPr>
        <p:spPr>
          <a:xfrm>
            <a:off x="1072174" y="363600"/>
            <a:ext cx="6928826" cy="853200"/>
          </a:xfrm>
        </p:spPr>
        <p:txBody>
          <a:bodyPr/>
          <a:lstStyle/>
          <a:p>
            <a:r>
              <a:rPr lang="en-GB" noProof="0" dirty="0"/>
              <a:t>Opening Questions</a:t>
            </a:r>
          </a:p>
        </p:txBody>
      </p:sp>
      <p:sp>
        <p:nvSpPr>
          <p:cNvPr id="3" name="Text Placeholder 2">
            <a:extLst>
              <a:ext uri="{FF2B5EF4-FFF2-40B4-BE49-F238E27FC236}">
                <a16:creationId xmlns:a16="http://schemas.microsoft.com/office/drawing/2014/main" id="{E7FB37FC-07E9-C70A-A566-7E8358F93F84}"/>
              </a:ext>
            </a:extLst>
          </p:cNvPr>
          <p:cNvSpPr>
            <a:spLocks noGrp="1"/>
          </p:cNvSpPr>
          <p:nvPr>
            <p:ph type="body" idx="1"/>
          </p:nvPr>
        </p:nvSpPr>
        <p:spPr>
          <a:xfrm>
            <a:off x="1072174" y="1358900"/>
            <a:ext cx="6928826" cy="3721101"/>
          </a:xfrm>
        </p:spPr>
        <p:txBody>
          <a:bodyPr/>
          <a:lstStyle/>
          <a:p>
            <a:r>
              <a:rPr lang="en-GB" i="1" noProof="0" dirty="0"/>
              <a:t>What happens when we treat text as data?</a:t>
            </a:r>
          </a:p>
          <a:p>
            <a:r>
              <a:rPr lang="en-GB" i="1" noProof="0" dirty="0"/>
              <a:t>What do we gain, and what do we risk losing, when we do so?</a:t>
            </a:r>
          </a:p>
          <a:p>
            <a:endParaRPr lang="en-GB" i="1" noProof="0" dirty="0"/>
          </a:p>
          <a:p>
            <a:r>
              <a:rPr lang="en-GB" i="1" noProof="0" dirty="0"/>
              <a:t>Texts can be read closely, but they can also be counted, compared, modelled, and visualised.</a:t>
            </a:r>
          </a:p>
        </p:txBody>
      </p:sp>
    </p:spTree>
    <p:extLst>
      <p:ext uri="{BB962C8B-B14F-4D97-AF65-F5344CB8AC3E}">
        <p14:creationId xmlns:p14="http://schemas.microsoft.com/office/powerpoint/2010/main" val="3693030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3404A-590A-D6E9-4031-E6ADE12C7E34}"/>
              </a:ext>
            </a:extLst>
          </p:cNvPr>
          <p:cNvSpPr>
            <a:spLocks noGrp="1"/>
          </p:cNvSpPr>
          <p:nvPr>
            <p:ph type="title"/>
          </p:nvPr>
        </p:nvSpPr>
        <p:spPr/>
        <p:txBody>
          <a:bodyPr/>
          <a:lstStyle/>
          <a:p>
            <a:r>
              <a:rPr lang="en-GB" noProof="0" dirty="0"/>
              <a:t>A Long History</a:t>
            </a:r>
          </a:p>
        </p:txBody>
      </p:sp>
      <p:sp>
        <p:nvSpPr>
          <p:cNvPr id="3" name="Text Placeholder 2">
            <a:extLst>
              <a:ext uri="{FF2B5EF4-FFF2-40B4-BE49-F238E27FC236}">
                <a16:creationId xmlns:a16="http://schemas.microsoft.com/office/drawing/2014/main" id="{3BFC375D-6955-A86F-E70E-6EFF99C4FFCD}"/>
              </a:ext>
            </a:extLst>
          </p:cNvPr>
          <p:cNvSpPr>
            <a:spLocks noGrp="1"/>
          </p:cNvSpPr>
          <p:nvPr>
            <p:ph sz="quarter" idx="18"/>
          </p:nvPr>
        </p:nvSpPr>
        <p:spPr/>
        <p:txBody>
          <a:bodyPr>
            <a:normAutofit fontScale="92500" lnSpcReduction="10000"/>
          </a:bodyPr>
          <a:lstStyle/>
          <a:p>
            <a:r>
              <a:rPr lang="en-GB" noProof="0" dirty="0"/>
              <a:t>Computational text analysis begins from an old scholarly impulse:</a:t>
            </a:r>
          </a:p>
          <a:p>
            <a:pPr lvl="1"/>
            <a:r>
              <a:rPr lang="en-GB" noProof="0" dirty="0"/>
              <a:t>concordances</a:t>
            </a:r>
          </a:p>
          <a:p>
            <a:pPr lvl="1"/>
            <a:r>
              <a:rPr lang="en-GB" noProof="0" dirty="0"/>
              <a:t>indexes</a:t>
            </a:r>
          </a:p>
          <a:p>
            <a:pPr lvl="1"/>
            <a:r>
              <a:rPr lang="en-GB" noProof="0" dirty="0"/>
              <a:t>comparison across passages</a:t>
            </a:r>
          </a:p>
          <a:p>
            <a:pPr lvl="1"/>
            <a:r>
              <a:rPr lang="en-GB" noProof="0" dirty="0"/>
              <a:t>attention to repetition and distribution</a:t>
            </a:r>
          </a:p>
          <a:p>
            <a:endParaRPr lang="en-GB" noProof="0" dirty="0"/>
          </a:p>
          <a:p>
            <a:r>
              <a:rPr lang="en-GB" noProof="0" dirty="0"/>
              <a:t>Father Roberto Busa's Index </a:t>
            </a:r>
            <a:r>
              <a:rPr lang="en-GB" noProof="0" dirty="0" err="1"/>
              <a:t>Thomisticus</a:t>
            </a:r>
            <a:r>
              <a:rPr lang="en-GB" noProof="0" dirty="0"/>
              <a:t> is an early landmark.</a:t>
            </a:r>
          </a:p>
        </p:txBody>
      </p:sp>
      <p:pic>
        <p:nvPicPr>
          <p:cNvPr id="16" name="Content Placeholder 5"/>
          <p:cNvPicPr>
            <a:picLocks noChangeAspect="1"/>
          </p:cNvPicPr>
          <p:nvPr/>
        </p:nvPicPr>
        <p:blipFill>
          <a:blip r:embed="rId3"/>
          <a:srcRect l="1949" t="9712" r="2991"/>
          <a:stretch>
            <a:fillRect/>
          </a:stretch>
        </p:blipFill>
        <p:spPr>
          <a:xfrm>
            <a:off x="4800431" y="3084163"/>
            <a:ext cx="3859817" cy="2107198"/>
          </a:xfrm>
          <a:prstGeom prst="rect">
            <a:avLst/>
          </a:prstGeom>
        </p:spPr>
      </p:pic>
      <p:pic>
        <p:nvPicPr>
          <p:cNvPr id="17" name="Picture 4"/>
          <p:cNvPicPr>
            <a:picLocks noChangeAspect="1"/>
          </p:cNvPicPr>
          <p:nvPr/>
        </p:nvPicPr>
        <p:blipFill>
          <a:blip r:embed="rId4"/>
          <a:srcRect/>
          <a:stretch>
            <a:fillRect/>
          </a:stretch>
        </p:blipFill>
        <p:spPr>
          <a:xfrm>
            <a:off x="4800431" y="299026"/>
            <a:ext cx="3832228" cy="2519821"/>
          </a:xfrm>
          <a:prstGeom prst="rect">
            <a:avLst/>
          </a:prstGeom>
        </p:spPr>
      </p:pic>
    </p:spTree>
    <p:extLst>
      <p:ext uri="{BB962C8B-B14F-4D97-AF65-F5344CB8AC3E}">
        <p14:creationId xmlns:p14="http://schemas.microsoft.com/office/powerpoint/2010/main" val="23415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73D0-A75E-A0B2-C524-3639F8A6B0B5}"/>
              </a:ext>
            </a:extLst>
          </p:cNvPr>
          <p:cNvSpPr>
            <a:spLocks noGrp="1"/>
          </p:cNvSpPr>
          <p:nvPr>
            <p:ph type="title"/>
          </p:nvPr>
        </p:nvSpPr>
        <p:spPr>
          <a:xfrm>
            <a:off x="1072174" y="363600"/>
            <a:ext cx="6928826" cy="853200"/>
          </a:xfrm>
        </p:spPr>
        <p:txBody>
          <a:bodyPr/>
          <a:lstStyle/>
          <a:p>
            <a:r>
              <a:rPr lang="en-GB" noProof="0" dirty="0"/>
              <a:t>From Concordance to Corpus</a:t>
            </a:r>
          </a:p>
        </p:txBody>
      </p:sp>
      <p:sp>
        <p:nvSpPr>
          <p:cNvPr id="3" name="Text Placeholder 2">
            <a:extLst>
              <a:ext uri="{FF2B5EF4-FFF2-40B4-BE49-F238E27FC236}">
                <a16:creationId xmlns:a16="http://schemas.microsoft.com/office/drawing/2014/main" id="{E314129D-9315-DF90-7D6F-BB2E0742E28A}"/>
              </a:ext>
            </a:extLst>
          </p:cNvPr>
          <p:cNvSpPr>
            <a:spLocks noGrp="1"/>
          </p:cNvSpPr>
          <p:nvPr>
            <p:ph type="body" idx="1"/>
          </p:nvPr>
        </p:nvSpPr>
        <p:spPr>
          <a:xfrm>
            <a:off x="1072174" y="1358900"/>
            <a:ext cx="6928826" cy="3721101"/>
          </a:xfrm>
        </p:spPr>
        <p:txBody>
          <a:bodyPr/>
          <a:lstStyle/>
          <a:p>
            <a:r>
              <a:rPr lang="en-GB" noProof="0" dirty="0"/>
              <a:t>Digitised collections </a:t>
            </a:r>
            <a:r>
              <a:rPr lang="en-GB" noProof="0" dirty="0">
                <a:sym typeface="Wingdings" pitchFamily="2" charset="2"/>
              </a:rPr>
              <a:t> possible to </a:t>
            </a:r>
            <a:r>
              <a:rPr lang="en-GB" noProof="0" dirty="0"/>
              <a:t>work with thousands or millions of texts.</a:t>
            </a:r>
          </a:p>
          <a:p>
            <a:endParaRPr lang="en-GB" noProof="0" dirty="0"/>
          </a:p>
          <a:p>
            <a:r>
              <a:rPr lang="en-GB" noProof="0" dirty="0"/>
              <a:t>Texts become</a:t>
            </a:r>
          </a:p>
          <a:p>
            <a:pPr lvl="1"/>
            <a:r>
              <a:rPr lang="en-GB" noProof="0" dirty="0"/>
              <a:t>searchable</a:t>
            </a:r>
          </a:p>
          <a:p>
            <a:pPr lvl="1"/>
            <a:r>
              <a:rPr lang="en-GB" noProof="0" dirty="0"/>
              <a:t>machine-readable</a:t>
            </a:r>
          </a:p>
          <a:p>
            <a:pPr lvl="1"/>
            <a:r>
              <a:rPr lang="en-GB" noProof="0" dirty="0"/>
              <a:t>structured by metadata</a:t>
            </a:r>
          </a:p>
          <a:p>
            <a:endParaRPr lang="en-GB" noProof="0" dirty="0"/>
          </a:p>
          <a:p>
            <a:r>
              <a:rPr lang="en-GB" noProof="0" dirty="0"/>
              <a:t>Conceptual turn: texts are no longer only read; they are </a:t>
            </a:r>
            <a:r>
              <a:rPr lang="en-GB" b="1" noProof="0" dirty="0"/>
              <a:t>processed</a:t>
            </a:r>
            <a:r>
              <a:rPr lang="en-GB" noProof="0" dirty="0"/>
              <a:t>.</a:t>
            </a:r>
          </a:p>
        </p:txBody>
      </p:sp>
    </p:spTree>
    <p:extLst>
      <p:ext uri="{BB962C8B-B14F-4D97-AF65-F5344CB8AC3E}">
        <p14:creationId xmlns:p14="http://schemas.microsoft.com/office/powerpoint/2010/main" val="3378868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Google Shape;161;p28">
            <a:extLst>
              <a:ext uri="{FF2B5EF4-FFF2-40B4-BE49-F238E27FC236}">
                <a16:creationId xmlns:a16="http://schemas.microsoft.com/office/drawing/2014/main" id="{A0CB3B26-8CFD-4224-9F24-4C7CFDE8BD01}"/>
              </a:ext>
            </a:extLst>
          </p:cNvPr>
          <p:cNvSpPr>
            <a:spLocks noGrp="1"/>
          </p:cNvSpPr>
          <p:nvPr>
            <p:ph type="title"/>
          </p:nvPr>
        </p:nvSpPr>
        <p:spPr>
          <a:xfrm>
            <a:off x="1072174" y="363599"/>
            <a:ext cx="6928826" cy="853200"/>
          </a:xfrm>
        </p:spPr>
        <p:txBody>
          <a:bodyPr spcFirstLastPara="1" vert="horz" lIns="68575" tIns="34275" rIns="68575" bIns="34275" anchor="b">
            <a:normAutofit/>
          </a:bodyPr>
          <a:lstStyle/>
          <a:p>
            <a:r>
              <a:rPr lang="en-GB" noProof="0" dirty="0"/>
              <a:t>Close Reading and Distant Reading</a:t>
            </a:r>
          </a:p>
        </p:txBody>
      </p:sp>
      <p:sp>
        <p:nvSpPr>
          <p:cNvPr id="162" name="Google Shape;162;p28">
            <a:extLst>
              <a:ext uri="{FF2B5EF4-FFF2-40B4-BE49-F238E27FC236}">
                <a16:creationId xmlns:a16="http://schemas.microsoft.com/office/drawing/2014/main" id="{E3BE53AB-7DA2-42AA-AC9B-0653AF182700}"/>
              </a:ext>
            </a:extLst>
          </p:cNvPr>
          <p:cNvSpPr>
            <a:spLocks noGrp="1"/>
          </p:cNvSpPr>
          <p:nvPr>
            <p:ph idx="1"/>
          </p:nvPr>
        </p:nvSpPr>
        <p:spPr>
          <a:xfrm>
            <a:off x="1072174" y="1371600"/>
            <a:ext cx="6928826" cy="3708400"/>
          </a:xfrm>
        </p:spPr>
        <p:txBody>
          <a:bodyPr spcFirstLastPara="1" vert="horz" lIns="68575" tIns="34275" rIns="68575" bIns="34275" anchor="t">
            <a:normAutofit/>
          </a:bodyPr>
          <a:lstStyle/>
          <a:p>
            <a:r>
              <a:rPr lang="en-GB" b="1" noProof="0" dirty="0"/>
              <a:t>Close reading </a:t>
            </a:r>
            <a:r>
              <a:rPr lang="en-GB" noProof="0" dirty="0"/>
              <a:t>studies particular passages in detail.</a:t>
            </a:r>
          </a:p>
          <a:p>
            <a:r>
              <a:rPr lang="en-GB" b="1" noProof="0" dirty="0"/>
              <a:t>Distant reading </a:t>
            </a:r>
            <a:r>
              <a:rPr lang="en-GB" noProof="0" dirty="0"/>
              <a:t>studies patterns across many texts.</a:t>
            </a:r>
            <a:endParaRPr lang="en-GB" dirty="0"/>
          </a:p>
          <a:p>
            <a:endParaRPr lang="en-GB" noProof="0" dirty="0"/>
          </a:p>
          <a:p>
            <a:r>
              <a:rPr lang="en-GB" noProof="0" dirty="0"/>
              <a:t>movement between pattern, question, example, interpretation.</a:t>
            </a:r>
          </a:p>
        </p:txBody>
      </p:sp>
      <p:pic>
        <p:nvPicPr>
          <p:cNvPr id="168" name="Google Shape;163;p28"/>
          <p:cNvPicPr>
            <a:picLocks noChangeAspect="1"/>
          </p:cNvPicPr>
          <p:nvPr/>
        </p:nvPicPr>
        <p:blipFill rotWithShape="1">
          <a:blip r:embed="rId3"/>
          <a:stretch/>
        </p:blipFill>
        <p:spPr>
          <a:xfrm>
            <a:off x="2330659" y="3175457"/>
            <a:ext cx="1247475" cy="1904543"/>
          </a:xfrm>
          <a:prstGeom prst="rect">
            <a:avLst/>
          </a:prstGeom>
        </p:spPr>
      </p:pic>
      <p:pic>
        <p:nvPicPr>
          <p:cNvPr id="2" name="Picture 1" descr="Distant Horizons: Digital Evidence and Literary Change, Underwood">
            <a:extLst>
              <a:ext uri="{FF2B5EF4-FFF2-40B4-BE49-F238E27FC236}">
                <a16:creationId xmlns:a16="http://schemas.microsoft.com/office/drawing/2014/main" id="{729FA72C-498F-E64D-05D8-77019F73D0D2}"/>
              </a:ext>
            </a:extLst>
          </p:cNvPr>
          <p:cNvPicPr>
            <a:picLocks noChangeAspect="1"/>
          </p:cNvPicPr>
          <p:nvPr/>
        </p:nvPicPr>
        <p:blipFill>
          <a:blip r:embed="rId4"/>
          <a:stretch>
            <a:fillRect/>
          </a:stretch>
        </p:blipFill>
        <p:spPr>
          <a:xfrm>
            <a:off x="3948262" y="3151834"/>
            <a:ext cx="1247476" cy="1928166"/>
          </a:xfrm>
          <a:prstGeom prst="rect">
            <a:avLst/>
          </a:prstGeom>
        </p:spPr>
      </p:pic>
      <p:pic>
        <p:nvPicPr>
          <p:cNvPr id="3" name="Picture 2" descr="Macroanalysis: Digital Methods and Literary History (Topics in the Digital  Humanities): Amazon.co.uk: Jockers, Matthew L.: 9780252079078: Books">
            <a:extLst>
              <a:ext uri="{FF2B5EF4-FFF2-40B4-BE49-F238E27FC236}">
                <a16:creationId xmlns:a16="http://schemas.microsoft.com/office/drawing/2014/main" id="{993652B3-30EF-1DCD-4C17-7FDA0040BEBF}"/>
              </a:ext>
            </a:extLst>
          </p:cNvPr>
          <p:cNvPicPr>
            <a:picLocks noChangeAspect="1"/>
          </p:cNvPicPr>
          <p:nvPr/>
        </p:nvPicPr>
        <p:blipFill>
          <a:blip r:embed="rId5"/>
          <a:stretch>
            <a:fillRect/>
          </a:stretch>
        </p:blipFill>
        <p:spPr>
          <a:xfrm>
            <a:off x="5565866" y="3151834"/>
            <a:ext cx="1247476" cy="1884405"/>
          </a:xfrm>
          <a:prstGeom prst="rect">
            <a:avLst/>
          </a:prstGeom>
        </p:spPr>
      </p:pic>
    </p:spTree>
    <p:extLst>
      <p:ext uri="{BB962C8B-B14F-4D97-AF65-F5344CB8AC3E}">
        <p14:creationId xmlns:p14="http://schemas.microsoft.com/office/powerpoint/2010/main" val="3584369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02D38-D659-2B2F-FBFE-0D292A7539FC}"/>
              </a:ext>
            </a:extLst>
          </p:cNvPr>
          <p:cNvSpPr>
            <a:spLocks noGrp="1"/>
          </p:cNvSpPr>
          <p:nvPr>
            <p:ph type="title"/>
          </p:nvPr>
        </p:nvSpPr>
        <p:spPr>
          <a:xfrm>
            <a:off x="1072174" y="363600"/>
            <a:ext cx="6928826" cy="853200"/>
          </a:xfrm>
        </p:spPr>
        <p:txBody>
          <a:bodyPr/>
          <a:lstStyle/>
          <a:p>
            <a:r>
              <a:rPr lang="en-GB" noProof="0" dirty="0"/>
              <a:t>The Shift to Measurement</a:t>
            </a:r>
          </a:p>
        </p:txBody>
      </p:sp>
      <p:sp>
        <p:nvSpPr>
          <p:cNvPr id="3" name="Text Placeholder 2">
            <a:extLst>
              <a:ext uri="{FF2B5EF4-FFF2-40B4-BE49-F238E27FC236}">
                <a16:creationId xmlns:a16="http://schemas.microsoft.com/office/drawing/2014/main" id="{DD9A0D5D-1F30-43FE-A2B5-1BA7A3E3DDCE}"/>
              </a:ext>
            </a:extLst>
          </p:cNvPr>
          <p:cNvSpPr>
            <a:spLocks noGrp="1"/>
          </p:cNvSpPr>
          <p:nvPr>
            <p:ph type="body" idx="1"/>
          </p:nvPr>
        </p:nvSpPr>
        <p:spPr>
          <a:xfrm>
            <a:off x="1072174" y="1358900"/>
            <a:ext cx="6928826" cy="3721101"/>
          </a:xfrm>
        </p:spPr>
        <p:txBody>
          <a:bodyPr/>
          <a:lstStyle/>
          <a:p>
            <a:r>
              <a:rPr lang="en-GB" noProof="0" dirty="0"/>
              <a:t>Computational analysis often turns qualitative questions into measurable proxies.</a:t>
            </a:r>
          </a:p>
          <a:p>
            <a:endParaRPr lang="en-GB" noProof="0" dirty="0"/>
          </a:p>
          <a:p>
            <a:pPr lvl="1"/>
            <a:r>
              <a:rPr lang="en-GB" noProof="0" dirty="0"/>
              <a:t>How is industrial London represented?</a:t>
            </a:r>
          </a:p>
          <a:p>
            <a:pPr lvl="1"/>
            <a:r>
              <a:rPr lang="en-GB" noProof="0" dirty="0"/>
              <a:t>How often do terms such as </a:t>
            </a:r>
            <a:r>
              <a:rPr lang="en-GB" i="1" noProof="0" dirty="0"/>
              <a:t>factory</a:t>
            </a:r>
            <a:r>
              <a:rPr lang="en-GB" noProof="0" dirty="0"/>
              <a:t>, </a:t>
            </a:r>
            <a:r>
              <a:rPr lang="en-GB" i="1" noProof="0" dirty="0"/>
              <a:t>smoke</a:t>
            </a:r>
            <a:r>
              <a:rPr lang="en-GB" noProof="0" dirty="0"/>
              <a:t>, </a:t>
            </a:r>
            <a:r>
              <a:rPr lang="en-GB" i="1" noProof="0" dirty="0"/>
              <a:t>street</a:t>
            </a:r>
            <a:r>
              <a:rPr lang="en-GB" noProof="0" dirty="0"/>
              <a:t>, or </a:t>
            </a:r>
            <a:r>
              <a:rPr lang="en-GB" i="1" noProof="0" dirty="0"/>
              <a:t>crowd</a:t>
            </a:r>
            <a:r>
              <a:rPr lang="en-GB" noProof="0" dirty="0"/>
              <a:t> appear?</a:t>
            </a:r>
          </a:p>
          <a:p>
            <a:endParaRPr lang="en-GB" noProof="0" dirty="0"/>
          </a:p>
          <a:p>
            <a:r>
              <a:rPr lang="en-GB" noProof="0" dirty="0"/>
              <a:t>A proxy is not a replacement for interpretation.</a:t>
            </a:r>
          </a:p>
        </p:txBody>
      </p:sp>
    </p:spTree>
    <p:extLst>
      <p:ext uri="{BB962C8B-B14F-4D97-AF65-F5344CB8AC3E}">
        <p14:creationId xmlns:p14="http://schemas.microsoft.com/office/powerpoint/2010/main" val="2004014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66A12-AE18-3F96-C97F-F7A83A1651A3}"/>
              </a:ext>
            </a:extLst>
          </p:cNvPr>
          <p:cNvSpPr>
            <a:spLocks noGrp="1"/>
          </p:cNvSpPr>
          <p:nvPr>
            <p:ph type="title"/>
          </p:nvPr>
        </p:nvSpPr>
        <p:spPr>
          <a:xfrm>
            <a:off x="1072174" y="363600"/>
            <a:ext cx="6928826" cy="853200"/>
          </a:xfrm>
        </p:spPr>
        <p:txBody>
          <a:bodyPr/>
          <a:lstStyle/>
          <a:p>
            <a:r>
              <a:rPr lang="en-GB" noProof="0" dirty="0"/>
              <a:t>Computational Results Are Not Neutral</a:t>
            </a:r>
          </a:p>
        </p:txBody>
      </p:sp>
      <p:sp>
        <p:nvSpPr>
          <p:cNvPr id="3" name="Text Placeholder 2">
            <a:extLst>
              <a:ext uri="{FF2B5EF4-FFF2-40B4-BE49-F238E27FC236}">
                <a16:creationId xmlns:a16="http://schemas.microsoft.com/office/drawing/2014/main" id="{F1A328B6-6C97-0713-F82A-2D4001DDAB19}"/>
              </a:ext>
            </a:extLst>
          </p:cNvPr>
          <p:cNvSpPr>
            <a:spLocks noGrp="1"/>
          </p:cNvSpPr>
          <p:nvPr>
            <p:ph type="body" idx="1"/>
          </p:nvPr>
        </p:nvSpPr>
        <p:spPr>
          <a:xfrm>
            <a:off x="1072174" y="1358900"/>
            <a:ext cx="6928826" cy="3721101"/>
          </a:xfrm>
        </p:spPr>
        <p:txBody>
          <a:bodyPr>
            <a:normAutofit/>
          </a:bodyPr>
          <a:lstStyle/>
          <a:p>
            <a:r>
              <a:rPr lang="en-GB" noProof="0" dirty="0"/>
              <a:t>Results are shaped by corpus design, digitisation, OCR, preprocessing, metadata, tools, algorithms, and assumptions.</a:t>
            </a:r>
          </a:p>
          <a:p>
            <a:endParaRPr lang="en-GB" noProof="0" dirty="0"/>
          </a:p>
          <a:p>
            <a:r>
              <a:rPr lang="en-GB" noProof="0" dirty="0"/>
              <a:t>Patterns reveal repetition, absence, comparison, and change.</a:t>
            </a:r>
          </a:p>
          <a:p>
            <a:endParaRPr lang="en-GB" noProof="0" dirty="0"/>
          </a:p>
          <a:p>
            <a:r>
              <a:rPr lang="en-GB" noProof="0" dirty="0"/>
              <a:t>They can also hide context, irony, polysemy, marginal voices, and archival bias.</a:t>
            </a:r>
          </a:p>
        </p:txBody>
      </p:sp>
    </p:spTree>
    <p:extLst>
      <p:ext uri="{BB962C8B-B14F-4D97-AF65-F5344CB8AC3E}">
        <p14:creationId xmlns:p14="http://schemas.microsoft.com/office/powerpoint/2010/main" val="3268612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610A294E-7ED4-B463-A24F-D1D31007FC57}"/>
              </a:ext>
            </a:extLst>
          </p:cNvPr>
          <p:cNvSpPr>
            <a:spLocks noGrp="1"/>
          </p:cNvSpPr>
          <p:nvPr>
            <p:ph type="title"/>
          </p:nvPr>
        </p:nvSpPr>
        <p:spPr>
          <a:xfrm>
            <a:off x="1072173" y="151524"/>
            <a:ext cx="3411503" cy="1079499"/>
          </a:xfrm>
        </p:spPr>
        <p:txBody>
          <a:bodyPr/>
          <a:lstStyle/>
          <a:p>
            <a:r>
              <a:rPr lang="en-GB" noProof="0" dirty="0"/>
              <a:t>What Is a Corpus?</a:t>
            </a:r>
          </a:p>
        </p:txBody>
      </p:sp>
      <p:pic>
        <p:nvPicPr>
          <p:cNvPr id="13318" name="Online Image Placeholder 22"/>
          <p:cNvPicPr>
            <a:picLocks noGrp="1" noChangeAspect="1"/>
          </p:cNvPicPr>
          <p:nvPr>
            <p:ph type="clipArt" idx="17"/>
          </p:nvPr>
        </p:nvPicPr>
        <p:blipFill>
          <a:blip r:embed="rId3"/>
          <a:stretch>
            <a:fillRect/>
          </a:stretch>
        </p:blipFill>
        <p:spPr>
          <a:xfrm>
            <a:off x="4800804" y="771525"/>
            <a:ext cx="3542892" cy="4176713"/>
          </a:xfrm>
        </p:spPr>
      </p:pic>
      <p:sp>
        <p:nvSpPr>
          <p:cNvPr id="13315" name="Rectangle 3">
            <a:extLst>
              <a:ext uri="{FF2B5EF4-FFF2-40B4-BE49-F238E27FC236}">
                <a16:creationId xmlns:a16="http://schemas.microsoft.com/office/drawing/2014/main" id="{60B0CF8F-035C-ED45-ED65-BA919C9C240E}"/>
              </a:ext>
            </a:extLst>
          </p:cNvPr>
          <p:cNvSpPr>
            <a:spLocks noGrp="1"/>
          </p:cNvSpPr>
          <p:nvPr>
            <p:ph idx="18"/>
          </p:nvPr>
        </p:nvSpPr>
        <p:spPr>
          <a:xfrm>
            <a:off x="1072139" y="1370724"/>
            <a:ext cx="3411537" cy="3386806"/>
          </a:xfrm>
        </p:spPr>
        <p:txBody>
          <a:bodyPr>
            <a:normAutofit lnSpcReduction="10000"/>
          </a:bodyPr>
          <a:lstStyle/>
          <a:p>
            <a:r>
              <a:rPr lang="en-GB" noProof="0" dirty="0"/>
              <a:t>A corpus is a body of naturally occurring language, assembled for a purpose.</a:t>
            </a:r>
          </a:p>
          <a:p>
            <a:endParaRPr lang="en-GB" noProof="0" dirty="0"/>
          </a:p>
          <a:p>
            <a:r>
              <a:rPr lang="en-GB" noProof="0" dirty="0"/>
              <a:t>It is usually </a:t>
            </a:r>
          </a:p>
          <a:p>
            <a:pPr lvl="1"/>
            <a:r>
              <a:rPr lang="en-GB" noProof="0" dirty="0"/>
              <a:t>machine-readable</a:t>
            </a:r>
          </a:p>
          <a:p>
            <a:pPr lvl="1"/>
            <a:r>
              <a:rPr lang="en-GB" noProof="0" dirty="0"/>
              <a:t>made of authentic texts</a:t>
            </a:r>
            <a:endParaRPr lang="en-GB" dirty="0"/>
          </a:p>
          <a:p>
            <a:pPr lvl="1"/>
            <a:r>
              <a:rPr lang="en-GB" noProof="0" dirty="0"/>
              <a:t>sampled deliberately</a:t>
            </a:r>
            <a:endParaRPr lang="en-GB" dirty="0"/>
          </a:p>
          <a:p>
            <a:pPr lvl="1"/>
            <a:r>
              <a:rPr lang="en-GB" noProof="0" dirty="0"/>
              <a:t>representative </a:t>
            </a:r>
          </a:p>
          <a:p>
            <a:pPr lvl="2"/>
            <a:r>
              <a:rPr lang="en-GB" noProof="0" dirty="0"/>
              <a:t>E.g. of a defined language, genre, period, community, etc</a:t>
            </a:r>
          </a:p>
        </p:txBody>
      </p:sp>
      <p:sp>
        <p:nvSpPr>
          <p:cNvPr id="6" name="Rectangle 3">
            <a:extLst>
              <a:ext uri="{FF2B5EF4-FFF2-40B4-BE49-F238E27FC236}">
                <a16:creationId xmlns:a16="http://schemas.microsoft.com/office/drawing/2014/main" id="{20B85530-7295-2268-D728-3B4B2D290943}"/>
              </a:ext>
            </a:extLst>
          </p:cNvPr>
          <p:cNvSpPr>
            <a:spLocks noGrp="1"/>
          </p:cNvSpPr>
          <p:nvPr/>
        </p:nvSpPr>
        <p:spPr>
          <a:xfrm>
            <a:off x="4655128" y="1709305"/>
            <a:ext cx="4021282" cy="3605645"/>
          </a:xfrm>
          <a:prstGeom prst="rect">
            <a:avLst/>
          </a:prstGeom>
        </p:spPr>
        <p:txBody>
          <a:bodyPr vert="horz" lIns="34290" tIns="34290" rIns="34290" bIns="34290">
            <a:normAutofit/>
          </a:bodyPr>
          <a:lstStyle>
            <a:lvl1pPr marL="91440" indent="-91440" algn="l">
              <a:lnSpc>
                <a:spcPct val="100000"/>
              </a:lnSpc>
              <a:spcBef>
                <a:spcPts val="1200"/>
              </a:spcBef>
              <a:spcAft>
                <a:spcPts val="200"/>
              </a:spcAft>
              <a:buChar char=" "/>
              <a:defRPr sz="1800" b="0" i="0">
                <a:solidFill>
                  <a:schemeClr val="tx1"/>
                </a:solidFill>
                <a:latin typeface="Calibri"/>
                <a:ea typeface="Calibri"/>
                <a:cs typeface="Calibri"/>
              </a:defRPr>
            </a:lvl1pPr>
            <a:lvl2pPr marL="265176" indent="-137160" algn="l">
              <a:lnSpc>
                <a:spcPct val="100000"/>
              </a:lnSpc>
              <a:spcBef>
                <a:spcPts val="200"/>
              </a:spcBef>
              <a:spcAft>
                <a:spcPts val="400"/>
              </a:spcAft>
              <a:buChar char=""/>
              <a:defRPr sz="1600" b="0" i="0">
                <a:solidFill>
                  <a:schemeClr val="tx1"/>
                </a:solidFill>
                <a:latin typeface="Calibri"/>
                <a:ea typeface="Calibri"/>
                <a:cs typeface="Calibri"/>
              </a:defRPr>
            </a:lvl2pPr>
            <a:lvl3pPr marL="448056" indent="-137160" algn="l">
              <a:lnSpc>
                <a:spcPct val="100000"/>
              </a:lnSpc>
              <a:spcBef>
                <a:spcPts val="200"/>
              </a:spcBef>
              <a:spcAft>
                <a:spcPts val="400"/>
              </a:spcAft>
              <a:buChar char=""/>
              <a:defRPr sz="1200" b="0" i="0">
                <a:solidFill>
                  <a:schemeClr val="tx1"/>
                </a:solidFill>
                <a:latin typeface="Calibri"/>
                <a:ea typeface="Calibri"/>
                <a:cs typeface="Calibri"/>
              </a:defRPr>
            </a:lvl3pPr>
            <a:lvl4pPr marL="594360" indent="-137160" algn="l">
              <a:lnSpc>
                <a:spcPct val="100000"/>
              </a:lnSpc>
              <a:spcBef>
                <a:spcPts val="200"/>
              </a:spcBef>
              <a:spcAft>
                <a:spcPts val="400"/>
              </a:spcAft>
              <a:buChar char=""/>
              <a:defRPr sz="1200" b="0" i="0">
                <a:solidFill>
                  <a:schemeClr val="tx1"/>
                </a:solidFill>
                <a:latin typeface="Calibri"/>
                <a:ea typeface="Calibri"/>
                <a:cs typeface="Calibri"/>
              </a:defRPr>
            </a:lvl4pPr>
            <a:lvl5pPr marL="777240" indent="-137160" algn="l">
              <a:lnSpc>
                <a:spcPct val="100000"/>
              </a:lnSpc>
              <a:spcBef>
                <a:spcPts val="200"/>
              </a:spcBef>
              <a:spcAft>
                <a:spcPts val="400"/>
              </a:spcAft>
              <a:buChar char=""/>
              <a:defRPr sz="1200" b="0" i="0">
                <a:solidFill>
                  <a:schemeClr val="tx1"/>
                </a:solidFill>
                <a:latin typeface="Calibri"/>
                <a:ea typeface="Calibri"/>
                <a:cs typeface="Calibri"/>
              </a:defRPr>
            </a:lvl5pPr>
            <a:lvl6pPr marL="914400" indent="-137160" algn="l">
              <a:lnSpc>
                <a:spcPct val="90000"/>
              </a:lnSpc>
              <a:spcBef>
                <a:spcPts val="200"/>
              </a:spcBef>
              <a:spcAft>
                <a:spcPts val="400"/>
              </a:spcAft>
              <a:buChar char=""/>
              <a:defRPr sz="1400">
                <a:solidFill>
                  <a:schemeClr val="tx1"/>
                </a:solidFill>
                <a:latin typeface="+mn-lt"/>
                <a:ea typeface="+mn-lt"/>
                <a:cs typeface="+mn-lt"/>
              </a:defRPr>
            </a:lvl6pPr>
            <a:lvl7pPr marL="1060704" indent="-137160" algn="l">
              <a:lnSpc>
                <a:spcPct val="90000"/>
              </a:lnSpc>
              <a:spcBef>
                <a:spcPts val="200"/>
              </a:spcBef>
              <a:spcAft>
                <a:spcPts val="400"/>
              </a:spcAft>
              <a:buChar char=""/>
              <a:defRPr sz="1400">
                <a:solidFill>
                  <a:schemeClr val="tx1"/>
                </a:solidFill>
                <a:latin typeface="+mn-lt"/>
                <a:ea typeface="+mn-lt"/>
                <a:cs typeface="+mn-lt"/>
              </a:defRPr>
            </a:lvl7pPr>
            <a:lvl8pPr marL="1216152" indent="-137160" algn="l">
              <a:lnSpc>
                <a:spcPct val="90000"/>
              </a:lnSpc>
              <a:spcBef>
                <a:spcPts val="200"/>
              </a:spcBef>
              <a:spcAft>
                <a:spcPts val="400"/>
              </a:spcAft>
              <a:buChar char=""/>
              <a:defRPr sz="1400">
                <a:solidFill>
                  <a:schemeClr val="tx1"/>
                </a:solidFill>
                <a:latin typeface="+mn-lt"/>
                <a:ea typeface="+mn-lt"/>
                <a:cs typeface="+mn-lt"/>
              </a:defRPr>
            </a:lvl8pPr>
            <a:lvl9pPr marL="1362456" indent="-137160" algn="l">
              <a:lnSpc>
                <a:spcPct val="90000"/>
              </a:lnSpc>
              <a:spcBef>
                <a:spcPts val="200"/>
              </a:spcBef>
              <a:spcAft>
                <a:spcPts val="400"/>
              </a:spcAft>
              <a:buChar char=""/>
              <a:defRPr sz="1400">
                <a:solidFill>
                  <a:schemeClr val="tx1"/>
                </a:solidFill>
                <a:latin typeface="+mn-lt"/>
                <a:ea typeface="+mn-lt"/>
                <a:cs typeface="+mn-lt"/>
              </a:defRPr>
            </a:lvl9pPr>
          </a:lstStyle>
          <a:p>
            <a:endParaRPr/>
          </a:p>
        </p:txBody>
      </p:sp>
    </p:spTree>
    <p:extLst>
      <p:ext uri="{BB962C8B-B14F-4D97-AF65-F5344CB8AC3E}">
        <p14:creationId xmlns:p14="http://schemas.microsoft.com/office/powerpoint/2010/main" val="417132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19FD688-0C59-8E4C-FC8D-BC3761D97532}"/>
              </a:ext>
            </a:extLst>
          </p:cNvPr>
          <p:cNvSpPr>
            <a:spLocks noGrp="1"/>
          </p:cNvSpPr>
          <p:nvPr>
            <p:ph type="dt" sz="half" idx="10"/>
          </p:nvPr>
        </p:nvSpPr>
        <p:spPr>
          <a:xfrm rot="5400000">
            <a:off x="7633108" y="4146665"/>
            <a:ext cx="2457713" cy="273844"/>
          </a:xfrm>
        </p:spPr>
        <p:txBody>
          <a:bodyPr/>
          <a:lstStyle/>
          <a:p>
            <a:r>
              <a:rPr lang="en-GB"/>
              <a:t>2026</a:t>
            </a:r>
          </a:p>
        </p:txBody>
      </p:sp>
      <p:sp>
        <p:nvSpPr>
          <p:cNvPr id="4" name="Slide Number Placeholder 3">
            <a:extLst>
              <a:ext uri="{FF2B5EF4-FFF2-40B4-BE49-F238E27FC236}">
                <a16:creationId xmlns:a16="http://schemas.microsoft.com/office/drawing/2014/main" id="{7F33E676-6574-5868-12BA-1AE6EF15A885}"/>
              </a:ext>
            </a:extLst>
          </p:cNvPr>
          <p:cNvSpPr>
            <a:spLocks noGrp="1"/>
          </p:cNvSpPr>
          <p:nvPr>
            <p:ph type="sldNum" sz="quarter" idx="12"/>
          </p:nvPr>
        </p:nvSpPr>
        <p:spPr>
          <a:xfrm>
            <a:off x="8681013" y="2579593"/>
            <a:ext cx="361905" cy="362253"/>
          </a:xfrm>
        </p:spPr>
        <p:txBody>
          <a:bodyPr/>
          <a:lstStyle/>
          <a:p>
            <a:r>
              <a:rPr lang="en-GB"/>
              <a:t>9</a:t>
            </a:r>
          </a:p>
        </p:txBody>
      </p:sp>
      <p:sp>
        <p:nvSpPr>
          <p:cNvPr id="5" name="Footer Placeholder 4">
            <a:extLst>
              <a:ext uri="{FF2B5EF4-FFF2-40B4-BE49-F238E27FC236}">
                <a16:creationId xmlns:a16="http://schemas.microsoft.com/office/drawing/2014/main" id="{41624478-7981-85EF-D063-A0B3AC3375EB}"/>
              </a:ext>
            </a:extLst>
          </p:cNvPr>
          <p:cNvSpPr>
            <a:spLocks noGrp="1"/>
          </p:cNvSpPr>
          <p:nvPr>
            <p:ph type="ftr" sz="quarter" idx="3"/>
          </p:nvPr>
        </p:nvSpPr>
        <p:spPr>
          <a:xfrm rot="5400000">
            <a:off x="7729890" y="1197711"/>
            <a:ext cx="2264149" cy="273844"/>
          </a:xfrm>
        </p:spPr>
        <p:txBody>
          <a:bodyPr/>
          <a:lstStyle/>
          <a:p>
            <a:r>
              <a:rPr lang="en-GB"/>
              <a:t>Texts as Data</a:t>
            </a:r>
          </a:p>
        </p:txBody>
      </p:sp>
      <p:sp>
        <p:nvSpPr>
          <p:cNvPr id="8" name="Title 7">
            <a:extLst>
              <a:ext uri="{FF2B5EF4-FFF2-40B4-BE49-F238E27FC236}">
                <a16:creationId xmlns:a16="http://schemas.microsoft.com/office/drawing/2014/main" id="{8FAD9AFD-DA19-E3D9-AC41-D62462CF9B15}"/>
              </a:ext>
            </a:extLst>
          </p:cNvPr>
          <p:cNvSpPr>
            <a:spLocks noGrp="1"/>
          </p:cNvSpPr>
          <p:nvPr>
            <p:ph type="title" idx="4294967295"/>
          </p:nvPr>
        </p:nvSpPr>
        <p:spPr>
          <a:xfrm>
            <a:off x="745925" y="281403"/>
            <a:ext cx="6927850" cy="723900"/>
          </a:xfrm>
        </p:spPr>
        <p:txBody>
          <a:bodyPr/>
          <a:lstStyle/>
          <a:p>
            <a:r>
              <a:rPr lang="en-GB" noProof="0" dirty="0"/>
              <a:t>Types of Corpora</a:t>
            </a:r>
          </a:p>
        </p:txBody>
      </p:sp>
      <p:sp>
        <p:nvSpPr>
          <p:cNvPr id="9" name="Content Placeholder 8">
            <a:extLst>
              <a:ext uri="{FF2B5EF4-FFF2-40B4-BE49-F238E27FC236}">
                <a16:creationId xmlns:a16="http://schemas.microsoft.com/office/drawing/2014/main" id="{F3F56E4C-5360-61D4-BCF4-C79A85BDEF4B}"/>
              </a:ext>
            </a:extLst>
          </p:cNvPr>
          <p:cNvSpPr>
            <a:spLocks noGrp="1"/>
          </p:cNvSpPr>
          <p:nvPr>
            <p:ph idx="4294967295"/>
          </p:nvPr>
        </p:nvSpPr>
        <p:spPr>
          <a:xfrm>
            <a:off x="530224" y="1352549"/>
            <a:ext cx="3569323" cy="1451109"/>
          </a:xfrm>
        </p:spPr>
        <p:txBody>
          <a:bodyPr>
            <a:normAutofit/>
          </a:bodyPr>
          <a:lstStyle/>
          <a:p>
            <a:r>
              <a:rPr lang="en-GB" dirty="0"/>
              <a:t>General corpus</a:t>
            </a:r>
          </a:p>
          <a:p>
            <a:pPr lvl="1"/>
            <a:r>
              <a:rPr lang="en-GB" dirty="0"/>
              <a:t>Broad language patterns across genres and registers.</a:t>
            </a:r>
          </a:p>
        </p:txBody>
      </p:sp>
      <p:sp>
        <p:nvSpPr>
          <p:cNvPr id="13" name="Content Placeholder 12">
            <a:extLst>
              <a:ext uri="{FF2B5EF4-FFF2-40B4-BE49-F238E27FC236}">
                <a16:creationId xmlns:a16="http://schemas.microsoft.com/office/drawing/2014/main" id="{58645F89-ACF2-E874-3909-E951262DF721}"/>
              </a:ext>
            </a:extLst>
          </p:cNvPr>
          <p:cNvSpPr>
            <a:spLocks noGrp="1"/>
          </p:cNvSpPr>
          <p:nvPr>
            <p:ph idx="4294967295"/>
          </p:nvPr>
        </p:nvSpPr>
        <p:spPr>
          <a:xfrm>
            <a:off x="4209850" y="1352549"/>
            <a:ext cx="3569323" cy="1570111"/>
          </a:xfrm>
        </p:spPr>
        <p:txBody>
          <a:bodyPr/>
          <a:lstStyle/>
          <a:p>
            <a:r>
              <a:rPr lang="en-GB" dirty="0"/>
              <a:t>Specialised corpus</a:t>
            </a:r>
          </a:p>
          <a:p>
            <a:pPr lvl="1"/>
            <a:r>
              <a:rPr lang="en-GB" dirty="0"/>
              <a:t>One genre, domain, community, or text type.</a:t>
            </a:r>
          </a:p>
        </p:txBody>
      </p:sp>
      <p:sp>
        <p:nvSpPr>
          <p:cNvPr id="14" name="Text Placeholder 13">
            <a:extLst>
              <a:ext uri="{FF2B5EF4-FFF2-40B4-BE49-F238E27FC236}">
                <a16:creationId xmlns:a16="http://schemas.microsoft.com/office/drawing/2014/main" id="{636BD2E2-FFC9-CD77-57A4-F32288BC027A}"/>
              </a:ext>
            </a:extLst>
          </p:cNvPr>
          <p:cNvSpPr txBox="1">
            <a:spLocks/>
          </p:cNvSpPr>
          <p:nvPr/>
        </p:nvSpPr>
        <p:spPr>
          <a:xfrm>
            <a:off x="1072799" y="3054730"/>
            <a:ext cx="3411718" cy="1572831"/>
          </a:xfrm>
          <a:prstGeom prst="rect">
            <a:avLst/>
          </a:prstGeom>
        </p:spPr>
        <p:txBody>
          <a:bodyPr vert="horz" lIns="91440" tIns="45720" rIns="91440" bIns="45720" rtlCol="0" anchor="b">
            <a:normAutofit/>
          </a:bodyPr>
          <a:lstStyle>
            <a:lvl1pPr marL="0" indent="0" algn="l" defTabSz="685800" rtl="0" eaLnBrk="1" latinLnBrk="0" hangingPunct="1">
              <a:lnSpc>
                <a:spcPct val="100000"/>
              </a:lnSpc>
              <a:spcBef>
                <a:spcPts val="0"/>
              </a:spcBef>
              <a:spcAft>
                <a:spcPts val="600"/>
              </a:spcAft>
              <a:buSzPct val="85000"/>
              <a:buFont typeface="Arial" panose="020B0604020202020204" pitchFamily="34" charset="0"/>
              <a:buNone/>
              <a:defRPr sz="1350" b="0" kern="1200" cap="all" spc="225" baseline="0">
                <a:solidFill>
                  <a:schemeClr val="tx1"/>
                </a:solidFill>
                <a:latin typeface="+mj-lt"/>
                <a:ea typeface="+mn-ea"/>
                <a:cs typeface="+mn-cs"/>
              </a:defRPr>
            </a:lvl1pPr>
            <a:lvl2pPr marL="342900" indent="0" algn="l" defTabSz="685800" rtl="0" eaLnBrk="1" latinLnBrk="0" hangingPunct="1">
              <a:lnSpc>
                <a:spcPct val="100000"/>
              </a:lnSpc>
              <a:spcBef>
                <a:spcPts val="0"/>
              </a:spcBef>
              <a:spcAft>
                <a:spcPts val="600"/>
              </a:spcAft>
              <a:buSzPct val="85000"/>
              <a:buFont typeface="Courier New" panose="02070309020205020404" pitchFamily="49" charset="0"/>
              <a:buNone/>
              <a:tabLst/>
              <a:defRPr sz="1500" b="1" kern="1200">
                <a:solidFill>
                  <a:schemeClr val="tx1"/>
                </a:solidFill>
                <a:latin typeface="+mn-lt"/>
                <a:ea typeface="+mn-ea"/>
                <a:cs typeface="+mn-cs"/>
              </a:defRPr>
            </a:lvl2pPr>
            <a:lvl3pPr marL="685800" indent="0" algn="l" defTabSz="685800" rtl="0" eaLnBrk="1" latinLnBrk="0" hangingPunct="1">
              <a:lnSpc>
                <a:spcPct val="100000"/>
              </a:lnSpc>
              <a:spcBef>
                <a:spcPts val="0"/>
              </a:spcBef>
              <a:spcAft>
                <a:spcPts val="600"/>
              </a:spcAft>
              <a:buSzPct val="85000"/>
              <a:buFont typeface="Arial" panose="020B0604020202020204" pitchFamily="34" charset="0"/>
              <a:buNone/>
              <a:defRPr sz="1350" b="1" kern="1200">
                <a:solidFill>
                  <a:schemeClr val="tx1"/>
                </a:solidFill>
                <a:latin typeface="+mn-lt"/>
                <a:ea typeface="+mn-ea"/>
                <a:cs typeface="+mn-cs"/>
              </a:defRPr>
            </a:lvl3pPr>
            <a:lvl4pPr marL="1028700" indent="0" algn="l" defTabSz="685800" rtl="0" eaLnBrk="1" latinLnBrk="0" hangingPunct="1">
              <a:lnSpc>
                <a:spcPct val="100000"/>
              </a:lnSpc>
              <a:spcBef>
                <a:spcPts val="0"/>
              </a:spcBef>
              <a:spcAft>
                <a:spcPts val="600"/>
              </a:spcAft>
              <a:buSzPct val="85000"/>
              <a:buFont typeface="Courier New" panose="02070309020205020404" pitchFamily="49" charset="0"/>
              <a:buNone/>
              <a:tabLst/>
              <a:defRPr sz="1200" b="1" kern="1200">
                <a:solidFill>
                  <a:schemeClr val="tx1"/>
                </a:solidFill>
                <a:latin typeface="+mn-lt"/>
                <a:ea typeface="+mn-ea"/>
                <a:cs typeface="+mn-cs"/>
              </a:defRPr>
            </a:lvl4pPr>
            <a:lvl5pPr marL="1371600" indent="0" algn="l" defTabSz="685800" rtl="0" eaLnBrk="1" latinLnBrk="0" hangingPunct="1">
              <a:lnSpc>
                <a:spcPct val="100000"/>
              </a:lnSpc>
              <a:spcBef>
                <a:spcPts val="0"/>
              </a:spcBef>
              <a:spcAft>
                <a:spcPts val="600"/>
              </a:spcAft>
              <a:buSzPct val="85000"/>
              <a:buFont typeface="Arial" panose="020B0604020202020204" pitchFamily="34" charset="0"/>
              <a:buNone/>
              <a:defRPr sz="1200" b="1"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9pPr>
          </a:lstStyle>
          <a:p>
            <a:endParaRPr lang="en-GB" b="1" dirty="0"/>
          </a:p>
        </p:txBody>
      </p:sp>
      <p:sp>
        <p:nvSpPr>
          <p:cNvPr id="15" name="Content Placeholder 6">
            <a:extLst>
              <a:ext uri="{FF2B5EF4-FFF2-40B4-BE49-F238E27FC236}">
                <a16:creationId xmlns:a16="http://schemas.microsoft.com/office/drawing/2014/main" id="{02FA247C-297F-6318-E160-4CE058D8A452}"/>
              </a:ext>
            </a:extLst>
          </p:cNvPr>
          <p:cNvSpPr txBox="1">
            <a:spLocks/>
          </p:cNvSpPr>
          <p:nvPr/>
        </p:nvSpPr>
        <p:spPr>
          <a:xfrm>
            <a:off x="558942" y="3186799"/>
            <a:ext cx="3540606" cy="1451109"/>
          </a:xfrm>
          <a:prstGeom prst="rect">
            <a:avLst/>
          </a:prstGeom>
        </p:spPr>
        <p:txBody>
          <a:bodyPr vert="horz" lIns="91440" tIns="45720" rIns="91440" bIns="45720" rtlCol="0">
            <a:normAutofit/>
          </a:bodyPr>
          <a:lstStyle>
            <a:lvl1pPr marL="205740" indent="-205740" algn="l" defTabSz="685800" rtl="0" eaLnBrk="1" latinLnBrk="0" hangingPunct="1">
              <a:lnSpc>
                <a:spcPct val="100000"/>
              </a:lnSpc>
              <a:spcBef>
                <a:spcPts val="0"/>
              </a:spcBef>
              <a:spcAft>
                <a:spcPts val="600"/>
              </a:spcAft>
              <a:buSzPct val="85000"/>
              <a:buFont typeface="Arial" panose="020B0604020202020204" pitchFamily="34" charset="0"/>
              <a:buChar char="•"/>
              <a:defRPr sz="1800" kern="1200">
                <a:solidFill>
                  <a:schemeClr val="tx1"/>
                </a:solidFill>
                <a:latin typeface="+mn-lt"/>
                <a:ea typeface="+mn-ea"/>
                <a:cs typeface="+mn-cs"/>
              </a:defRPr>
            </a:lvl1pPr>
            <a:lvl2pPr marL="302419" indent="-164306" algn="l" defTabSz="685800" rtl="0" eaLnBrk="1" latinLnBrk="0" hangingPunct="1">
              <a:lnSpc>
                <a:spcPct val="100000"/>
              </a:lnSpc>
              <a:spcBef>
                <a:spcPts val="0"/>
              </a:spcBef>
              <a:spcAft>
                <a:spcPts val="600"/>
              </a:spcAft>
              <a:buSzPct val="85000"/>
              <a:buFont typeface="Courier New" panose="02070309020205020404" pitchFamily="49" charset="0"/>
              <a:buChar char="o"/>
              <a:tabLst/>
              <a:defRPr sz="1600" b="0" kern="1200">
                <a:solidFill>
                  <a:schemeClr val="tx1"/>
                </a:solidFill>
                <a:latin typeface="+mn-lt"/>
                <a:ea typeface="+mn-ea"/>
                <a:cs typeface="+mn-cs"/>
              </a:defRPr>
            </a:lvl2pPr>
            <a:lvl3pPr marL="342900" indent="-137160" algn="l" defTabSz="685800" rtl="0" eaLnBrk="1" latinLnBrk="0" hangingPunct="1">
              <a:lnSpc>
                <a:spcPct val="100000"/>
              </a:lnSpc>
              <a:spcBef>
                <a:spcPts val="0"/>
              </a:spcBef>
              <a:spcAft>
                <a:spcPts val="600"/>
              </a:spcAft>
              <a:buSzPct val="85000"/>
              <a:buFont typeface="Arial" panose="020B0604020202020204" pitchFamily="34" charset="0"/>
              <a:buChar char="•"/>
              <a:defRPr sz="1400" kern="1200">
                <a:solidFill>
                  <a:schemeClr val="tx1"/>
                </a:solidFill>
                <a:latin typeface="+mn-lt"/>
                <a:ea typeface="+mn-ea"/>
                <a:cs typeface="+mn-cs"/>
              </a:defRPr>
            </a:lvl3pPr>
            <a:lvl4pPr marL="406004" indent="-138113" algn="l" defTabSz="685800" rtl="0" eaLnBrk="1" latinLnBrk="0" hangingPunct="1">
              <a:lnSpc>
                <a:spcPct val="100000"/>
              </a:lnSpc>
              <a:spcBef>
                <a:spcPts val="0"/>
              </a:spcBef>
              <a:spcAft>
                <a:spcPts val="600"/>
              </a:spcAft>
              <a:buSzPct val="85000"/>
              <a:buFont typeface="Courier New" panose="02070309020205020404" pitchFamily="49" charset="0"/>
              <a:buChar char="o"/>
              <a:tabLst/>
              <a:defRPr sz="1200" b="0" kern="1200">
                <a:solidFill>
                  <a:schemeClr val="tx1"/>
                </a:solidFill>
                <a:latin typeface="+mn-lt"/>
                <a:ea typeface="+mn-ea"/>
                <a:cs typeface="+mn-cs"/>
              </a:defRPr>
            </a:lvl4pPr>
            <a:lvl5pPr marL="480060" indent="-137160" algn="l" defTabSz="685800" rtl="0" eaLnBrk="1" latinLnBrk="0" hangingPunct="1">
              <a:lnSpc>
                <a:spcPct val="100000"/>
              </a:lnSpc>
              <a:spcBef>
                <a:spcPts val="0"/>
              </a:spcBef>
              <a:spcAft>
                <a:spcPts val="600"/>
              </a:spcAft>
              <a:buSzPct val="85000"/>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dirty="0"/>
              <a:t>Synchronic corpus</a:t>
            </a:r>
          </a:p>
          <a:p>
            <a:pPr lvl="1"/>
            <a:r>
              <a:rPr lang="en-GB" dirty="0"/>
              <a:t>represents language samples collected at one point in time</a:t>
            </a:r>
          </a:p>
        </p:txBody>
      </p:sp>
      <p:sp>
        <p:nvSpPr>
          <p:cNvPr id="16" name="Text Placeholder 14">
            <a:extLst>
              <a:ext uri="{FF2B5EF4-FFF2-40B4-BE49-F238E27FC236}">
                <a16:creationId xmlns:a16="http://schemas.microsoft.com/office/drawing/2014/main" id="{CDEF67DA-24A6-F289-0402-6A92D3DD7B54}"/>
              </a:ext>
            </a:extLst>
          </p:cNvPr>
          <p:cNvSpPr txBox="1">
            <a:spLocks/>
          </p:cNvSpPr>
          <p:nvPr/>
        </p:nvSpPr>
        <p:spPr>
          <a:xfrm>
            <a:off x="4629773" y="3054730"/>
            <a:ext cx="3371850" cy="586861"/>
          </a:xfrm>
          <a:prstGeom prst="rect">
            <a:avLst/>
          </a:prstGeom>
        </p:spPr>
        <p:txBody>
          <a:bodyPr vert="horz" lIns="91440" tIns="45720" rIns="91440" bIns="45720" rtlCol="0" anchor="b">
            <a:normAutofit/>
          </a:bodyPr>
          <a:lstStyle>
            <a:lvl1pPr marL="0" indent="0" algn="l" defTabSz="685800" rtl="0" eaLnBrk="1" latinLnBrk="0" hangingPunct="1">
              <a:lnSpc>
                <a:spcPct val="100000"/>
              </a:lnSpc>
              <a:spcBef>
                <a:spcPts val="0"/>
              </a:spcBef>
              <a:spcAft>
                <a:spcPts val="600"/>
              </a:spcAft>
              <a:buSzPct val="85000"/>
              <a:buFont typeface="Arial" panose="020B0604020202020204" pitchFamily="34" charset="0"/>
              <a:buNone/>
              <a:defRPr sz="1350" b="0" kern="1200" cap="all" spc="225" baseline="0">
                <a:solidFill>
                  <a:schemeClr val="tx1"/>
                </a:solidFill>
                <a:latin typeface="+mj-lt"/>
                <a:ea typeface="+mn-ea"/>
                <a:cs typeface="+mn-cs"/>
              </a:defRPr>
            </a:lvl1pPr>
            <a:lvl2pPr marL="342900" indent="0" algn="l" defTabSz="685800" rtl="0" eaLnBrk="1" latinLnBrk="0" hangingPunct="1">
              <a:lnSpc>
                <a:spcPct val="100000"/>
              </a:lnSpc>
              <a:spcBef>
                <a:spcPts val="0"/>
              </a:spcBef>
              <a:spcAft>
                <a:spcPts val="600"/>
              </a:spcAft>
              <a:buSzPct val="85000"/>
              <a:buFont typeface="Courier New" panose="02070309020205020404" pitchFamily="49" charset="0"/>
              <a:buNone/>
              <a:tabLst/>
              <a:defRPr sz="1500" b="1" kern="1200">
                <a:solidFill>
                  <a:schemeClr val="tx1"/>
                </a:solidFill>
                <a:latin typeface="+mn-lt"/>
                <a:ea typeface="+mn-ea"/>
                <a:cs typeface="+mn-cs"/>
              </a:defRPr>
            </a:lvl2pPr>
            <a:lvl3pPr marL="685800" indent="0" algn="l" defTabSz="685800" rtl="0" eaLnBrk="1" latinLnBrk="0" hangingPunct="1">
              <a:lnSpc>
                <a:spcPct val="100000"/>
              </a:lnSpc>
              <a:spcBef>
                <a:spcPts val="0"/>
              </a:spcBef>
              <a:spcAft>
                <a:spcPts val="600"/>
              </a:spcAft>
              <a:buSzPct val="85000"/>
              <a:buFont typeface="Arial" panose="020B0604020202020204" pitchFamily="34" charset="0"/>
              <a:buNone/>
              <a:defRPr sz="1350" b="1" kern="1200">
                <a:solidFill>
                  <a:schemeClr val="tx1"/>
                </a:solidFill>
                <a:latin typeface="+mn-lt"/>
                <a:ea typeface="+mn-ea"/>
                <a:cs typeface="+mn-cs"/>
              </a:defRPr>
            </a:lvl3pPr>
            <a:lvl4pPr marL="1028700" indent="0" algn="l" defTabSz="685800" rtl="0" eaLnBrk="1" latinLnBrk="0" hangingPunct="1">
              <a:lnSpc>
                <a:spcPct val="100000"/>
              </a:lnSpc>
              <a:spcBef>
                <a:spcPts val="0"/>
              </a:spcBef>
              <a:spcAft>
                <a:spcPts val="600"/>
              </a:spcAft>
              <a:buSzPct val="85000"/>
              <a:buFont typeface="Courier New" panose="02070309020205020404" pitchFamily="49" charset="0"/>
              <a:buNone/>
              <a:tabLst/>
              <a:defRPr sz="1200" b="1" kern="1200">
                <a:solidFill>
                  <a:schemeClr val="tx1"/>
                </a:solidFill>
                <a:latin typeface="+mn-lt"/>
                <a:ea typeface="+mn-ea"/>
                <a:cs typeface="+mn-cs"/>
              </a:defRPr>
            </a:lvl4pPr>
            <a:lvl5pPr marL="1371600" indent="0" algn="l" defTabSz="685800" rtl="0" eaLnBrk="1" latinLnBrk="0" hangingPunct="1">
              <a:lnSpc>
                <a:spcPct val="100000"/>
              </a:lnSpc>
              <a:spcBef>
                <a:spcPts val="0"/>
              </a:spcBef>
              <a:spcAft>
                <a:spcPts val="600"/>
              </a:spcAft>
              <a:buSzPct val="85000"/>
              <a:buFont typeface="Arial" panose="020B0604020202020204" pitchFamily="34" charset="0"/>
              <a:buNone/>
              <a:defRPr sz="1200" b="1"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9pPr>
          </a:lstStyle>
          <a:p>
            <a:endParaRPr lang="en-GB" b="1" dirty="0"/>
          </a:p>
        </p:txBody>
      </p:sp>
      <p:sp>
        <p:nvSpPr>
          <p:cNvPr id="17" name="Content Placeholder 15">
            <a:extLst>
              <a:ext uri="{FF2B5EF4-FFF2-40B4-BE49-F238E27FC236}">
                <a16:creationId xmlns:a16="http://schemas.microsoft.com/office/drawing/2014/main" id="{59A01932-487C-0950-D9DC-BFDE0C35781D}"/>
              </a:ext>
            </a:extLst>
          </p:cNvPr>
          <p:cNvSpPr txBox="1">
            <a:spLocks/>
          </p:cNvSpPr>
          <p:nvPr/>
        </p:nvSpPr>
        <p:spPr>
          <a:xfrm>
            <a:off x="4209850" y="3186799"/>
            <a:ext cx="3791773" cy="1570111"/>
          </a:xfrm>
          <a:prstGeom prst="rect">
            <a:avLst/>
          </a:prstGeom>
        </p:spPr>
        <p:txBody>
          <a:bodyPr vert="horz" lIns="91440" tIns="45720" rIns="91440" bIns="45720" rtlCol="0">
            <a:normAutofit/>
          </a:bodyPr>
          <a:lstStyle>
            <a:lvl1pPr marL="205740" indent="-205740" algn="l" defTabSz="685800" rtl="0" eaLnBrk="1" latinLnBrk="0" hangingPunct="1">
              <a:lnSpc>
                <a:spcPct val="100000"/>
              </a:lnSpc>
              <a:spcBef>
                <a:spcPts val="0"/>
              </a:spcBef>
              <a:spcAft>
                <a:spcPts val="600"/>
              </a:spcAft>
              <a:buSzPct val="85000"/>
              <a:buFont typeface="Arial" panose="020B0604020202020204" pitchFamily="34" charset="0"/>
              <a:buChar char="•"/>
              <a:defRPr sz="1800" kern="1200">
                <a:solidFill>
                  <a:schemeClr val="tx1"/>
                </a:solidFill>
                <a:latin typeface="+mn-lt"/>
                <a:ea typeface="+mn-ea"/>
                <a:cs typeface="+mn-cs"/>
              </a:defRPr>
            </a:lvl1pPr>
            <a:lvl2pPr marL="302419" indent="-164306" algn="l" defTabSz="685800" rtl="0" eaLnBrk="1" latinLnBrk="0" hangingPunct="1">
              <a:lnSpc>
                <a:spcPct val="100000"/>
              </a:lnSpc>
              <a:spcBef>
                <a:spcPts val="0"/>
              </a:spcBef>
              <a:spcAft>
                <a:spcPts val="600"/>
              </a:spcAft>
              <a:buSzPct val="85000"/>
              <a:buFont typeface="Courier New" panose="02070309020205020404" pitchFamily="49" charset="0"/>
              <a:buChar char="o"/>
              <a:tabLst/>
              <a:defRPr sz="1600" b="0" kern="1200">
                <a:solidFill>
                  <a:schemeClr val="tx1"/>
                </a:solidFill>
                <a:latin typeface="+mn-lt"/>
                <a:ea typeface="+mn-ea"/>
                <a:cs typeface="+mn-cs"/>
              </a:defRPr>
            </a:lvl2pPr>
            <a:lvl3pPr marL="342900" indent="-137160" algn="l" defTabSz="685800" rtl="0" eaLnBrk="1" latinLnBrk="0" hangingPunct="1">
              <a:lnSpc>
                <a:spcPct val="100000"/>
              </a:lnSpc>
              <a:spcBef>
                <a:spcPts val="0"/>
              </a:spcBef>
              <a:spcAft>
                <a:spcPts val="600"/>
              </a:spcAft>
              <a:buSzPct val="85000"/>
              <a:buFont typeface="Arial" panose="020B0604020202020204" pitchFamily="34" charset="0"/>
              <a:buChar char="•"/>
              <a:defRPr sz="1400" kern="1200">
                <a:solidFill>
                  <a:schemeClr val="tx1"/>
                </a:solidFill>
                <a:latin typeface="+mn-lt"/>
                <a:ea typeface="+mn-ea"/>
                <a:cs typeface="+mn-cs"/>
              </a:defRPr>
            </a:lvl3pPr>
            <a:lvl4pPr marL="406004" indent="-138113" algn="l" defTabSz="685800" rtl="0" eaLnBrk="1" latinLnBrk="0" hangingPunct="1">
              <a:lnSpc>
                <a:spcPct val="100000"/>
              </a:lnSpc>
              <a:spcBef>
                <a:spcPts val="0"/>
              </a:spcBef>
              <a:spcAft>
                <a:spcPts val="600"/>
              </a:spcAft>
              <a:buSzPct val="85000"/>
              <a:buFont typeface="Courier New" panose="02070309020205020404" pitchFamily="49" charset="0"/>
              <a:buChar char="o"/>
              <a:tabLst/>
              <a:defRPr sz="1200" b="0" kern="1200">
                <a:solidFill>
                  <a:schemeClr val="tx1"/>
                </a:solidFill>
                <a:latin typeface="+mn-lt"/>
                <a:ea typeface="+mn-ea"/>
                <a:cs typeface="+mn-cs"/>
              </a:defRPr>
            </a:lvl4pPr>
            <a:lvl5pPr marL="480060" indent="-137160" algn="l" defTabSz="685800" rtl="0" eaLnBrk="1" latinLnBrk="0" hangingPunct="1">
              <a:lnSpc>
                <a:spcPct val="100000"/>
              </a:lnSpc>
              <a:spcBef>
                <a:spcPts val="0"/>
              </a:spcBef>
              <a:spcAft>
                <a:spcPts val="600"/>
              </a:spcAft>
              <a:buSzPct val="85000"/>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dirty="0"/>
              <a:t>diachronic corpus</a:t>
            </a:r>
          </a:p>
          <a:p>
            <a:pPr lvl="1"/>
            <a:r>
              <a:rPr lang="en-GB" dirty="0"/>
              <a:t>contains language samples collected across different points in time</a:t>
            </a:r>
          </a:p>
        </p:txBody>
      </p:sp>
    </p:spTree>
    <p:extLst>
      <p:ext uri="{BB962C8B-B14F-4D97-AF65-F5344CB8AC3E}">
        <p14:creationId xmlns:p14="http://schemas.microsoft.com/office/powerpoint/2010/main" val="3632886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2D714-CE9E-2F57-D723-81251D83DA87}"/>
              </a:ext>
            </a:extLst>
          </p:cNvPr>
          <p:cNvSpPr>
            <a:spLocks noGrp="1"/>
          </p:cNvSpPr>
          <p:nvPr>
            <p:ph type="title"/>
          </p:nvPr>
        </p:nvSpPr>
        <p:spPr>
          <a:xfrm>
            <a:off x="1072174" y="226958"/>
            <a:ext cx="3411503" cy="1079499"/>
          </a:xfrm>
        </p:spPr>
        <p:txBody>
          <a:bodyPr/>
          <a:lstStyle/>
          <a:p>
            <a:r>
              <a:rPr lang="en-GB" noProof="0" dirty="0"/>
              <a:t>What Is Not a Corpus?</a:t>
            </a:r>
          </a:p>
        </p:txBody>
      </p:sp>
      <p:sp>
        <p:nvSpPr>
          <p:cNvPr id="3" name="Date Placeholder 2">
            <a:extLst>
              <a:ext uri="{FF2B5EF4-FFF2-40B4-BE49-F238E27FC236}">
                <a16:creationId xmlns:a16="http://schemas.microsoft.com/office/drawing/2014/main" id="{7D6AEBB3-F0B1-4859-4BE0-3B3FB05827B1}"/>
              </a:ext>
            </a:extLst>
          </p:cNvPr>
          <p:cNvSpPr>
            <a:spLocks noGrp="1"/>
          </p:cNvSpPr>
          <p:nvPr>
            <p:ph type="dt" idx="14"/>
          </p:nvPr>
        </p:nvSpPr>
        <p:spPr/>
        <p:txBody>
          <a:bodyPr/>
          <a:lstStyle/>
          <a:p>
            <a:r>
              <a:t>2026</a:t>
            </a:r>
          </a:p>
        </p:txBody>
      </p:sp>
      <p:sp>
        <p:nvSpPr>
          <p:cNvPr id="4" name="Slide Number Placeholder 3">
            <a:extLst>
              <a:ext uri="{FF2B5EF4-FFF2-40B4-BE49-F238E27FC236}">
                <a16:creationId xmlns:a16="http://schemas.microsoft.com/office/drawing/2014/main" id="{EEBDCE2F-5900-3766-FDD0-8790B485965A}"/>
              </a:ext>
            </a:extLst>
          </p:cNvPr>
          <p:cNvSpPr>
            <a:spLocks noGrp="1"/>
          </p:cNvSpPr>
          <p:nvPr>
            <p:ph type="sldNum" idx="16"/>
          </p:nvPr>
        </p:nvSpPr>
        <p:spPr/>
        <p:txBody>
          <a:bodyPr/>
          <a:lstStyle/>
          <a:p>
            <a:r>
              <a:t>10</a:t>
            </a:r>
          </a:p>
        </p:txBody>
      </p:sp>
      <p:sp>
        <p:nvSpPr>
          <p:cNvPr id="5" name="Footer Placeholder 4">
            <a:extLst>
              <a:ext uri="{FF2B5EF4-FFF2-40B4-BE49-F238E27FC236}">
                <a16:creationId xmlns:a16="http://schemas.microsoft.com/office/drawing/2014/main" id="{CD1C3B7F-738E-87FD-6B21-E3B4EAFC402D}"/>
              </a:ext>
            </a:extLst>
          </p:cNvPr>
          <p:cNvSpPr>
            <a:spLocks noGrp="1"/>
          </p:cNvSpPr>
          <p:nvPr>
            <p:ph type="ftr" idx="3"/>
          </p:nvPr>
        </p:nvSpPr>
        <p:spPr/>
        <p:txBody>
          <a:bodyPr/>
          <a:lstStyle/>
          <a:p>
            <a:r>
              <a:t>Texts as Data</a:t>
            </a:r>
          </a:p>
        </p:txBody>
      </p:sp>
      <p:pic>
        <p:nvPicPr>
          <p:cNvPr id="13" name="Online Image Placeholder 8"/>
          <p:cNvPicPr>
            <a:picLocks noGrp="1" noChangeAspect="1"/>
          </p:cNvPicPr>
          <p:nvPr>
            <p:ph type="clipArt" idx="17"/>
          </p:nvPr>
        </p:nvPicPr>
        <p:blipFill>
          <a:blip r:embed="rId3"/>
          <a:stretch>
            <a:fillRect/>
          </a:stretch>
        </p:blipFill>
        <p:spPr>
          <a:xfrm>
            <a:off x="5263778" y="771525"/>
            <a:ext cx="2616944" cy="4176713"/>
          </a:xfrm>
        </p:spPr>
      </p:pic>
      <p:sp>
        <p:nvSpPr>
          <p:cNvPr id="7" name="Content Placeholder 6">
            <a:extLst>
              <a:ext uri="{FF2B5EF4-FFF2-40B4-BE49-F238E27FC236}">
                <a16:creationId xmlns:a16="http://schemas.microsoft.com/office/drawing/2014/main" id="{F1BF21B8-17F8-25BF-4ED1-8595AE8E60FD}"/>
              </a:ext>
            </a:extLst>
          </p:cNvPr>
          <p:cNvSpPr>
            <a:spLocks noGrp="1"/>
          </p:cNvSpPr>
          <p:nvPr>
            <p:ph idx="18"/>
          </p:nvPr>
        </p:nvSpPr>
        <p:spPr>
          <a:xfrm>
            <a:off x="1072140" y="1446157"/>
            <a:ext cx="3823275" cy="3872077"/>
          </a:xfrm>
        </p:spPr>
        <p:txBody>
          <a:bodyPr>
            <a:normAutofit/>
          </a:bodyPr>
          <a:lstStyle/>
          <a:p>
            <a:r>
              <a:rPr lang="en-GB" noProof="0" dirty="0"/>
              <a:t>A list of words is not a corpus: no textual context.</a:t>
            </a:r>
          </a:p>
          <a:p>
            <a:r>
              <a:rPr lang="en-GB" noProof="0" dirty="0"/>
              <a:t>A random folder of files is not a corpus: no sampling logic.</a:t>
            </a:r>
          </a:p>
          <a:p>
            <a:r>
              <a:rPr lang="en-GB" noProof="0" dirty="0"/>
              <a:t>A set of quotations is not a corpus: already selected because they contain something.</a:t>
            </a:r>
          </a:p>
          <a:p>
            <a:r>
              <a:rPr lang="en-GB" noProof="0" dirty="0"/>
              <a:t>The whole web is not a stable corpus: undefined and constantly changing.</a:t>
            </a:r>
          </a:p>
        </p:txBody>
      </p:sp>
    </p:spTree>
    <p:extLst>
      <p:ext uri="{BB962C8B-B14F-4D97-AF65-F5344CB8AC3E}">
        <p14:creationId xmlns:p14="http://schemas.microsoft.com/office/powerpoint/2010/main" val="2153407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21FB48F-0ED8-2C8C-9846-2ED16FCB577C}"/>
              </a:ext>
            </a:extLst>
          </p:cNvPr>
          <p:cNvSpPr>
            <a:spLocks noGrp="1"/>
          </p:cNvSpPr>
          <p:nvPr>
            <p:ph type="title"/>
          </p:nvPr>
        </p:nvSpPr>
        <p:spPr/>
        <p:txBody>
          <a:bodyPr/>
          <a:lstStyle/>
          <a:p>
            <a:r>
              <a:rPr lang="en-GB" noProof="0" dirty="0"/>
              <a:t>Corpus Choices Shape Results</a:t>
            </a:r>
          </a:p>
        </p:txBody>
      </p:sp>
      <p:sp>
        <p:nvSpPr>
          <p:cNvPr id="21507" name="Rectangle 3">
            <a:extLst>
              <a:ext uri="{FF2B5EF4-FFF2-40B4-BE49-F238E27FC236}">
                <a16:creationId xmlns:a16="http://schemas.microsoft.com/office/drawing/2014/main" id="{70BE7449-F573-FA18-CC9A-B994044E8F55}"/>
              </a:ext>
            </a:extLst>
          </p:cNvPr>
          <p:cNvSpPr>
            <a:spLocks noGrp="1"/>
          </p:cNvSpPr>
          <p:nvPr>
            <p:ph idx="1"/>
          </p:nvPr>
        </p:nvSpPr>
        <p:spPr/>
        <p:txBody>
          <a:bodyPr>
            <a:normAutofit/>
          </a:bodyPr>
          <a:lstStyle/>
          <a:p>
            <a:r>
              <a:rPr lang="en-GB" noProof="0" dirty="0"/>
              <a:t>Corpus data can be natural, contextualised, quantitative, and useful for finding differences that intuition alone may miss.</a:t>
            </a:r>
          </a:p>
          <a:p>
            <a:endParaRPr lang="en-GB" noProof="0" dirty="0"/>
          </a:p>
          <a:p>
            <a:r>
              <a:rPr lang="en-GB" noProof="0" dirty="0"/>
              <a:t>Corpora rarely explain what is observed. </a:t>
            </a:r>
          </a:p>
          <a:p>
            <a:pPr lvl="1"/>
            <a:r>
              <a:rPr lang="en-GB" noProof="0" dirty="0"/>
              <a:t>Findings are true first of all in that corpus.</a:t>
            </a:r>
          </a:p>
        </p:txBody>
      </p:sp>
      <p:sp>
        <p:nvSpPr>
          <p:cNvPr id="4" name="Content Placeholder 3">
            <a:extLst>
              <a:ext uri="{FF2B5EF4-FFF2-40B4-BE49-F238E27FC236}">
                <a16:creationId xmlns:a16="http://schemas.microsoft.com/office/drawing/2014/main" id="{BE869FEC-CFEC-DC8A-2C59-12D794151891}"/>
              </a:ext>
            </a:extLst>
          </p:cNvPr>
          <p:cNvSpPr>
            <a:spLocks noGrp="1"/>
          </p:cNvSpPr>
          <p:nvPr>
            <p:ph idx="2"/>
          </p:nvPr>
        </p:nvSpPr>
        <p:spPr/>
        <p:txBody>
          <a:bodyPr>
            <a:normAutofit/>
          </a:bodyPr>
          <a:lstStyle/>
          <a:p>
            <a:r>
              <a:rPr lang="en-GB" noProof="0" dirty="0"/>
              <a:t>Generalisation depends on representativeness.</a:t>
            </a:r>
          </a:p>
          <a:p>
            <a:endParaRPr lang="en-GB" noProof="0" dirty="0"/>
          </a:p>
          <a:p>
            <a:r>
              <a:rPr lang="en-GB" noProof="0" dirty="0"/>
              <a:t>Missing texts and archival bias can be amplified by computational methods.</a:t>
            </a:r>
          </a:p>
        </p:txBody>
      </p:sp>
    </p:spTree>
    <p:extLst>
      <p:ext uri="{BB962C8B-B14F-4D97-AF65-F5344CB8AC3E}">
        <p14:creationId xmlns:p14="http://schemas.microsoft.com/office/powerpoint/2010/main" val="3549926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9D3F-5FAB-4A4E-C162-AF24865BCB1E}"/>
              </a:ext>
            </a:extLst>
          </p:cNvPr>
          <p:cNvSpPr>
            <a:spLocks noGrp="1"/>
          </p:cNvSpPr>
          <p:nvPr>
            <p:ph type="title"/>
          </p:nvPr>
        </p:nvSpPr>
        <p:spPr>
          <a:xfrm>
            <a:off x="1072174" y="635001"/>
            <a:ext cx="3499826" cy="950836"/>
          </a:xfrm>
        </p:spPr>
        <p:txBody>
          <a:bodyPr/>
          <a:lstStyle/>
          <a:p>
            <a:r>
              <a:rPr lang="en-GB" noProof="0" dirty="0"/>
              <a:t>Counting and Context</a:t>
            </a:r>
          </a:p>
        </p:txBody>
      </p:sp>
      <p:sp>
        <p:nvSpPr>
          <p:cNvPr id="4" name="Slide Number Placeholder 3">
            <a:extLst>
              <a:ext uri="{FF2B5EF4-FFF2-40B4-BE49-F238E27FC236}">
                <a16:creationId xmlns:a16="http://schemas.microsoft.com/office/drawing/2014/main" id="{368454D3-88F4-BC55-4438-BBE017DE5993}"/>
              </a:ext>
            </a:extLst>
          </p:cNvPr>
          <p:cNvSpPr>
            <a:spLocks noGrp="1"/>
          </p:cNvSpPr>
          <p:nvPr>
            <p:ph type="sldNum" sz="quarter" idx="16"/>
          </p:nvPr>
        </p:nvSpPr>
        <p:spPr>
          <a:xfrm>
            <a:off x="8681013" y="2579593"/>
            <a:ext cx="361905" cy="362253"/>
          </a:xfrm>
        </p:spPr>
        <p:txBody>
          <a:bodyPr/>
          <a:lstStyle/>
          <a:p>
            <a:r>
              <a:rPr lang="en-GB"/>
              <a:t>13</a:t>
            </a:r>
          </a:p>
        </p:txBody>
      </p:sp>
      <p:sp>
        <p:nvSpPr>
          <p:cNvPr id="8" name="Text Placeholder 7">
            <a:extLst>
              <a:ext uri="{FF2B5EF4-FFF2-40B4-BE49-F238E27FC236}">
                <a16:creationId xmlns:a16="http://schemas.microsoft.com/office/drawing/2014/main" id="{3A695DCC-030B-53FC-E68D-06E2CD631340}"/>
              </a:ext>
            </a:extLst>
          </p:cNvPr>
          <p:cNvSpPr>
            <a:spLocks noGrp="1"/>
          </p:cNvSpPr>
          <p:nvPr>
            <p:ph type="body" sz="quarter" idx="15"/>
          </p:nvPr>
        </p:nvSpPr>
        <p:spPr>
          <a:xfrm>
            <a:off x="1072174" y="1672442"/>
            <a:ext cx="3499826" cy="417833"/>
          </a:xfrm>
        </p:spPr>
        <p:txBody>
          <a:bodyPr/>
          <a:lstStyle/>
          <a:p>
            <a:r>
              <a:rPr lang="en-GB" noProof="0" dirty="0"/>
              <a:t>Core methods</a:t>
            </a:r>
          </a:p>
        </p:txBody>
      </p:sp>
      <p:sp>
        <p:nvSpPr>
          <p:cNvPr id="10" name="Content Placeholder 9">
            <a:extLst>
              <a:ext uri="{FF2B5EF4-FFF2-40B4-BE49-F238E27FC236}">
                <a16:creationId xmlns:a16="http://schemas.microsoft.com/office/drawing/2014/main" id="{868D0FC4-BE92-F551-CDF0-AF0DEC638D06}"/>
              </a:ext>
            </a:extLst>
          </p:cNvPr>
          <p:cNvSpPr>
            <a:spLocks noGrp="1"/>
          </p:cNvSpPr>
          <p:nvPr>
            <p:ph sz="quarter" idx="18"/>
          </p:nvPr>
        </p:nvSpPr>
        <p:spPr>
          <a:xfrm>
            <a:off x="1072174" y="2176880"/>
            <a:ext cx="3499826" cy="2928520"/>
          </a:xfrm>
        </p:spPr>
        <p:txBody>
          <a:bodyPr>
            <a:normAutofit/>
          </a:bodyPr>
          <a:lstStyle/>
          <a:p>
            <a:r>
              <a:rPr lang="en-GB" b="1" noProof="0" dirty="0"/>
              <a:t>Frequencies</a:t>
            </a:r>
            <a:r>
              <a:rPr lang="en-GB" noProof="0" dirty="0"/>
              <a:t>: what appears often?</a:t>
            </a:r>
          </a:p>
          <a:p>
            <a:r>
              <a:rPr lang="en-GB" b="1" noProof="0" dirty="0"/>
              <a:t>Keywords</a:t>
            </a:r>
            <a:r>
              <a:rPr lang="en-GB" noProof="0" dirty="0"/>
              <a:t>: what is unusually common in one group?</a:t>
            </a:r>
          </a:p>
          <a:p>
            <a:r>
              <a:rPr lang="en-GB" b="1" noProof="0" dirty="0"/>
              <a:t>Concordances</a:t>
            </a:r>
            <a:r>
              <a:rPr lang="en-GB" noProof="0" dirty="0"/>
              <a:t> and KWIC: where does a word appear?</a:t>
            </a:r>
          </a:p>
          <a:p>
            <a:r>
              <a:rPr lang="en-GB" b="1" noProof="0" dirty="0"/>
              <a:t>Collocations</a:t>
            </a:r>
            <a:r>
              <a:rPr lang="en-GB" noProof="0" dirty="0"/>
              <a:t>: which words tend to appear together?</a:t>
            </a:r>
          </a:p>
        </p:txBody>
      </p:sp>
      <p:pic>
        <p:nvPicPr>
          <p:cNvPr id="17" name="Content Placeholder 11"/>
          <p:cNvPicPr>
            <a:picLocks noChangeAspect="1"/>
          </p:cNvPicPr>
          <p:nvPr/>
        </p:nvPicPr>
        <p:blipFill>
          <a:blip r:embed="rId3"/>
          <a:stretch>
            <a:fillRect/>
          </a:stretch>
        </p:blipFill>
        <p:spPr>
          <a:xfrm>
            <a:off x="5086350" y="3072201"/>
            <a:ext cx="3594100" cy="2324100"/>
          </a:xfrm>
          <a:prstGeom prst="rect">
            <a:avLst/>
          </a:prstGeom>
        </p:spPr>
      </p:pic>
      <p:pic>
        <p:nvPicPr>
          <p:cNvPr id="18" name="Picture 6"/>
          <p:cNvPicPr>
            <a:picLocks noChangeAspect="1"/>
          </p:cNvPicPr>
          <p:nvPr/>
        </p:nvPicPr>
        <p:blipFill rotWithShape="1">
          <a:blip r:embed="rId4"/>
          <a:srcRect l="10124" r="9917" b="-400"/>
          <a:stretch/>
        </p:blipFill>
        <p:spPr>
          <a:xfrm>
            <a:off x="4688930" y="318699"/>
            <a:ext cx="4173035" cy="2707485"/>
          </a:xfrm>
          <a:prstGeom prst="rect">
            <a:avLst/>
          </a:prstGeom>
        </p:spPr>
      </p:pic>
    </p:spTree>
    <p:extLst>
      <p:ext uri="{BB962C8B-B14F-4D97-AF65-F5344CB8AC3E}">
        <p14:creationId xmlns:p14="http://schemas.microsoft.com/office/powerpoint/2010/main" val="2905484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rPr>
              <a:t>Sentiment Analysis</a:t>
            </a:r>
            <a:endParaRPr sz="1800" b="1" dirty="0">
              <a:solidFill>
                <a:schemeClr val="dk1"/>
              </a:solidFill>
            </a:endParaRPr>
          </a:p>
        </p:txBody>
      </p:sp>
      <p:sp>
        <p:nvSpPr>
          <p:cNvPr id="191" name="Google Shape;191;p30"/>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Stylometry</a:t>
            </a:r>
            <a:endParaRPr sz="1800" b="1" dirty="0">
              <a:solidFill>
                <a:schemeClr val="dk1"/>
              </a:solidFill>
            </a:endParaRPr>
          </a:p>
        </p:txBody>
      </p:sp>
      <p:sp>
        <p:nvSpPr>
          <p:cNvPr id="192" name="Google Shape;192;p30"/>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Topic Modeling</a:t>
            </a:r>
            <a:endParaRPr sz="1800" b="1" dirty="0">
              <a:solidFill>
                <a:schemeClr val="dk1"/>
              </a:solidFill>
            </a:endParaRPr>
          </a:p>
        </p:txBody>
      </p:sp>
      <p:pic>
        <p:nvPicPr>
          <p:cNvPr id="3" name="Picture 2">
            <a:extLst>
              <a:ext uri="{FF2B5EF4-FFF2-40B4-BE49-F238E27FC236}">
                <a16:creationId xmlns:a16="http://schemas.microsoft.com/office/drawing/2014/main" id="{9998038B-E47F-37A0-5FAE-1EAF88F48EB6}"/>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A62CD169-55FF-B480-0020-4D162D2A7DAC}"/>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B3331-4912-50F7-147B-A68DF706467E}"/>
              </a:ext>
            </a:extLst>
          </p:cNvPr>
          <p:cNvSpPr>
            <a:spLocks noGrp="1"/>
          </p:cNvSpPr>
          <p:nvPr>
            <p:ph type="title"/>
          </p:nvPr>
        </p:nvSpPr>
        <p:spPr>
          <a:xfrm>
            <a:off x="1072174" y="363600"/>
            <a:ext cx="6928826" cy="853200"/>
          </a:xfrm>
        </p:spPr>
        <p:txBody>
          <a:bodyPr/>
          <a:lstStyle/>
          <a:p>
            <a:r>
              <a:rPr lang="en-GB" noProof="0" dirty="0"/>
              <a:t>Ethics and Attribution</a:t>
            </a:r>
          </a:p>
        </p:txBody>
      </p:sp>
      <p:sp>
        <p:nvSpPr>
          <p:cNvPr id="3" name="Text Placeholder 2">
            <a:extLst>
              <a:ext uri="{FF2B5EF4-FFF2-40B4-BE49-F238E27FC236}">
                <a16:creationId xmlns:a16="http://schemas.microsoft.com/office/drawing/2014/main" id="{A0962E66-217D-AD8B-FB74-8D40128004E7}"/>
              </a:ext>
            </a:extLst>
          </p:cNvPr>
          <p:cNvSpPr>
            <a:spLocks noGrp="1"/>
          </p:cNvSpPr>
          <p:nvPr>
            <p:ph type="body" idx="1"/>
          </p:nvPr>
        </p:nvSpPr>
        <p:spPr>
          <a:xfrm>
            <a:off x="1072174" y="1358900"/>
            <a:ext cx="6928826" cy="3721101"/>
          </a:xfrm>
        </p:spPr>
        <p:txBody>
          <a:bodyPr/>
          <a:lstStyle/>
          <a:p>
            <a:r>
              <a:rPr lang="en-GB" noProof="0" dirty="0"/>
              <a:t>Respect copyright limits.</a:t>
            </a:r>
          </a:p>
          <a:p>
            <a:r>
              <a:rPr lang="en-GB" noProof="0" dirty="0"/>
              <a:t>Avoid uploading sensitive data into online tools.</a:t>
            </a:r>
          </a:p>
          <a:p>
            <a:r>
              <a:rPr lang="en-GB" noProof="0" dirty="0"/>
              <a:t>Cite tools, corpora, packages, and data sources.</a:t>
            </a:r>
          </a:p>
          <a:p>
            <a:r>
              <a:rPr lang="en-GB" noProof="0" dirty="0"/>
              <a:t>Ask whose texts are missing or over-represented.</a:t>
            </a:r>
          </a:p>
          <a:p>
            <a:r>
              <a:rPr lang="en-GB" noProof="0" dirty="0"/>
              <a:t>Consider whether the method could amplify harm or bias.</a:t>
            </a:r>
          </a:p>
        </p:txBody>
      </p:sp>
    </p:spTree>
    <p:extLst>
      <p:ext uri="{BB962C8B-B14F-4D97-AF65-F5344CB8AC3E}">
        <p14:creationId xmlns:p14="http://schemas.microsoft.com/office/powerpoint/2010/main" val="3805379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E22EED-EF9F-0C46-BD56-F7FBD6A2DFE8}"/>
              </a:ext>
            </a:extLst>
          </p:cNvPr>
          <p:cNvSpPr>
            <a:spLocks noGrp="1"/>
          </p:cNvSpPr>
          <p:nvPr>
            <p:ph type="title"/>
          </p:nvPr>
        </p:nvSpPr>
        <p:spPr>
          <a:xfrm>
            <a:off x="753935" y="143562"/>
            <a:ext cx="6928826" cy="853200"/>
          </a:xfrm>
        </p:spPr>
        <p:txBody>
          <a:bodyPr>
            <a:normAutofit/>
          </a:bodyPr>
          <a:lstStyle/>
          <a:p>
            <a:r>
              <a:rPr lang="en-US" dirty="0"/>
              <a:t>Key concepts</a:t>
            </a:r>
          </a:p>
        </p:txBody>
      </p:sp>
      <p:sp>
        <p:nvSpPr>
          <p:cNvPr id="6" name="Content Placeholder 5">
            <a:extLst>
              <a:ext uri="{FF2B5EF4-FFF2-40B4-BE49-F238E27FC236}">
                <a16:creationId xmlns:a16="http://schemas.microsoft.com/office/drawing/2014/main" id="{5DF808DF-6E77-5143-B319-FE6B8076B210}"/>
              </a:ext>
            </a:extLst>
          </p:cNvPr>
          <p:cNvSpPr>
            <a:spLocks noGrp="1"/>
          </p:cNvSpPr>
          <p:nvPr>
            <p:ph sz="half" idx="1"/>
          </p:nvPr>
        </p:nvSpPr>
        <p:spPr>
          <a:xfrm>
            <a:off x="753935" y="1118086"/>
            <a:ext cx="3853478" cy="4394357"/>
          </a:xfrm>
        </p:spPr>
        <p:txBody>
          <a:bodyPr>
            <a:noAutofit/>
          </a:bodyPr>
          <a:lstStyle/>
          <a:p>
            <a:r>
              <a:rPr lang="en-GB" altLang="de-DE" sz="1600" b="1" dirty="0"/>
              <a:t>Computational</a:t>
            </a:r>
            <a:r>
              <a:rPr lang="en-GB" altLang="de-DE" sz="1600" dirty="0"/>
              <a:t> </a:t>
            </a:r>
            <a:r>
              <a:rPr lang="en-GB" altLang="de-DE" sz="1600" b="1" dirty="0"/>
              <a:t>Text Analysis </a:t>
            </a:r>
            <a:r>
              <a:rPr lang="en-GB" altLang="de-DE" sz="1600" dirty="0"/>
              <a:t>/ Text Mining = computational methods of discovering and extracting information from text data</a:t>
            </a:r>
          </a:p>
          <a:p>
            <a:r>
              <a:rPr lang="en-GB" altLang="de-DE" sz="1600" b="1" dirty="0"/>
              <a:t>Word frequencies</a:t>
            </a:r>
            <a:r>
              <a:rPr lang="en-GB" altLang="de-DE" sz="1600" dirty="0"/>
              <a:t>: counting frequency with which certain words are mentioned in document or collection of documents (corpus)</a:t>
            </a:r>
          </a:p>
          <a:p>
            <a:pPr lvl="1"/>
            <a:r>
              <a:rPr lang="en-GB" altLang="de-DE" sz="1400" dirty="0"/>
              <a:t>Frequency of words does not equal significance</a:t>
            </a:r>
          </a:p>
          <a:p>
            <a:pPr lvl="1"/>
            <a:r>
              <a:rPr lang="en-GB" altLang="de-DE" sz="1400" dirty="0"/>
              <a:t>Unless compared with something, a wordcount gives us nothing</a:t>
            </a:r>
          </a:p>
          <a:p>
            <a:pPr lvl="1"/>
            <a:r>
              <a:rPr lang="en-GB" altLang="de-DE" sz="1400" dirty="0"/>
              <a:t>Requires an ethnographic understanding of texts under consideration</a:t>
            </a:r>
          </a:p>
        </p:txBody>
      </p:sp>
      <p:sp>
        <p:nvSpPr>
          <p:cNvPr id="7" name="Content Placeholder 6">
            <a:extLst>
              <a:ext uri="{FF2B5EF4-FFF2-40B4-BE49-F238E27FC236}">
                <a16:creationId xmlns:a16="http://schemas.microsoft.com/office/drawing/2014/main" id="{EA69B894-C1F8-A7F0-BB6D-ACE95667A768}"/>
              </a:ext>
            </a:extLst>
          </p:cNvPr>
          <p:cNvSpPr>
            <a:spLocks noGrp="1"/>
          </p:cNvSpPr>
          <p:nvPr>
            <p:ph sz="half" idx="2"/>
          </p:nvPr>
        </p:nvSpPr>
        <p:spPr>
          <a:xfrm>
            <a:off x="4607413" y="1118086"/>
            <a:ext cx="3853478" cy="4394358"/>
          </a:xfrm>
        </p:spPr>
        <p:txBody>
          <a:bodyPr>
            <a:normAutofit/>
          </a:bodyPr>
          <a:lstStyle/>
          <a:p>
            <a:r>
              <a:rPr lang="en-GB" altLang="de-DE" sz="1600" dirty="0"/>
              <a:t>Word similarities: </a:t>
            </a:r>
            <a:r>
              <a:rPr lang="en-GB" altLang="de-DE" sz="1600" b="1" dirty="0"/>
              <a:t>word embeddings </a:t>
            </a:r>
            <a:r>
              <a:rPr lang="en-GB" altLang="de-DE" sz="1600" dirty="0"/>
              <a:t>are numerical representation of texts where words mentioned closer together appear closer together</a:t>
            </a:r>
          </a:p>
          <a:p>
            <a:r>
              <a:rPr lang="en-GB" altLang="de-DE" sz="1600" b="1" dirty="0"/>
              <a:t>Distant reading</a:t>
            </a:r>
            <a:r>
              <a:rPr lang="en-GB" altLang="de-DE" sz="1600" dirty="0"/>
              <a:t>: Application of text mining in study of literature less about computers than about new ideas about modelling and interpretation</a:t>
            </a:r>
          </a:p>
          <a:p>
            <a:r>
              <a:rPr lang="en-GB" altLang="de-DE" sz="1600" b="1" dirty="0"/>
              <a:t>Limitations</a:t>
            </a:r>
            <a:r>
              <a:rPr lang="en-GB" altLang="de-DE" sz="1600" dirty="0"/>
              <a:t> and critiques: </a:t>
            </a:r>
          </a:p>
          <a:p>
            <a:pPr lvl="1"/>
            <a:r>
              <a:rPr lang="en-GB" altLang="de-DE" sz="1400" dirty="0"/>
              <a:t>Text mining  remains crude compared to human reading</a:t>
            </a:r>
          </a:p>
          <a:p>
            <a:pPr lvl="1"/>
            <a:r>
              <a:rPr lang="en-GB" altLang="de-DE" sz="1400" dirty="0"/>
              <a:t>Archives always limited and biased</a:t>
            </a:r>
          </a:p>
          <a:p>
            <a:pPr lvl="1"/>
            <a:r>
              <a:rPr lang="en-GB" altLang="de-DE" sz="1400" dirty="0"/>
              <a:t>But: fear of text mining displacing other approaches likely unfounded</a:t>
            </a:r>
          </a:p>
        </p:txBody>
      </p:sp>
      <p:sp>
        <p:nvSpPr>
          <p:cNvPr id="2" name="Date Placeholder 1">
            <a:extLst>
              <a:ext uri="{FF2B5EF4-FFF2-40B4-BE49-F238E27FC236}">
                <a16:creationId xmlns:a16="http://schemas.microsoft.com/office/drawing/2014/main" id="{48FEA544-8179-D3FA-1CC8-39B350000B1E}"/>
              </a:ext>
            </a:extLst>
          </p:cNvPr>
          <p:cNvSpPr>
            <a:spLocks noGrp="1"/>
          </p:cNvSpPr>
          <p:nvPr>
            <p:ph type="dt" sz="half" idx="10"/>
          </p:nvPr>
        </p:nvSpPr>
        <p:spPr/>
        <p:txBody>
          <a:bodyPr/>
          <a:lstStyle/>
          <a:p>
            <a:r>
              <a:rPr lang="en-GB"/>
              <a:t>18/11/2024</a:t>
            </a:r>
            <a:endParaRPr lang="en-GB" dirty="0"/>
          </a:p>
        </p:txBody>
      </p:sp>
      <p:sp>
        <p:nvSpPr>
          <p:cNvPr id="3" name="Footer Placeholder 2">
            <a:extLst>
              <a:ext uri="{FF2B5EF4-FFF2-40B4-BE49-F238E27FC236}">
                <a16:creationId xmlns:a16="http://schemas.microsoft.com/office/drawing/2014/main" id="{DF0FD306-464E-A98E-20F8-CD960F59079E}"/>
              </a:ext>
            </a:extLst>
          </p:cNvPr>
          <p:cNvSpPr>
            <a:spLocks noGrp="1"/>
          </p:cNvSpPr>
          <p:nvPr>
            <p:ph type="ftr" sz="quarter" idx="3"/>
          </p:nvPr>
        </p:nvSpPr>
        <p:spPr/>
        <p:txBody>
          <a:bodyPr/>
          <a:lstStyle/>
          <a:p>
            <a:r>
              <a:rPr lang="en-GB"/>
              <a:t>DIGI61331 Week 9</a:t>
            </a:r>
            <a:endParaRPr lang="en-GB" dirty="0"/>
          </a:p>
        </p:txBody>
      </p:sp>
      <p:sp>
        <p:nvSpPr>
          <p:cNvPr id="4" name="Slide Number Placeholder 3">
            <a:extLst>
              <a:ext uri="{FF2B5EF4-FFF2-40B4-BE49-F238E27FC236}">
                <a16:creationId xmlns:a16="http://schemas.microsoft.com/office/drawing/2014/main" id="{5F86F426-6651-FA5E-8105-ED52EDE0796E}"/>
              </a:ext>
            </a:extLst>
          </p:cNvPr>
          <p:cNvSpPr>
            <a:spLocks noGrp="1"/>
          </p:cNvSpPr>
          <p:nvPr>
            <p:ph type="sldNum" sz="quarter" idx="4"/>
          </p:nvPr>
        </p:nvSpPr>
        <p:spPr/>
        <p:txBody>
          <a:bodyPr/>
          <a:lstStyle/>
          <a:p>
            <a:fld id="{DBF5BF70-AF59-E844-AFDD-1A12549F0ECB}" type="slidenum">
              <a:rPr lang="en-GB" smtClean="0"/>
              <a:pPr/>
              <a:t>15</a:t>
            </a:fld>
            <a:endParaRPr lang="en-GB"/>
          </a:p>
        </p:txBody>
      </p:sp>
    </p:spTree>
    <p:extLst>
      <p:ext uri="{BB962C8B-B14F-4D97-AF65-F5344CB8AC3E}">
        <p14:creationId xmlns:p14="http://schemas.microsoft.com/office/powerpoint/2010/main" val="992783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58A83F-0B85-51A1-50C1-3F884AF78CA5}"/>
              </a:ext>
            </a:extLst>
          </p:cNvPr>
          <p:cNvSpPr>
            <a:spLocks noGrp="1"/>
          </p:cNvSpPr>
          <p:nvPr>
            <p:ph type="title"/>
          </p:nvPr>
        </p:nvSpPr>
        <p:spPr>
          <a:xfrm>
            <a:off x="1019011" y="202558"/>
            <a:ext cx="6928826" cy="581799"/>
          </a:xfrm>
        </p:spPr>
        <p:txBody>
          <a:bodyPr/>
          <a:lstStyle/>
          <a:p>
            <a:r>
              <a:rPr lang="en-GB" dirty="0"/>
              <a:t>References</a:t>
            </a:r>
          </a:p>
        </p:txBody>
      </p:sp>
      <p:sp>
        <p:nvSpPr>
          <p:cNvPr id="7" name="Content Placeholder 6">
            <a:extLst>
              <a:ext uri="{FF2B5EF4-FFF2-40B4-BE49-F238E27FC236}">
                <a16:creationId xmlns:a16="http://schemas.microsoft.com/office/drawing/2014/main" id="{B7F7B54D-7EF0-9698-A3BE-AEC0C0D1D3FC}"/>
              </a:ext>
            </a:extLst>
          </p:cNvPr>
          <p:cNvSpPr>
            <a:spLocks noGrp="1"/>
          </p:cNvSpPr>
          <p:nvPr>
            <p:ph idx="1"/>
          </p:nvPr>
        </p:nvSpPr>
        <p:spPr>
          <a:xfrm>
            <a:off x="1019010" y="939158"/>
            <a:ext cx="7482439" cy="4573283"/>
          </a:xfrm>
        </p:spPr>
        <p:txBody>
          <a:bodyPr numCol="2">
            <a:noAutofit/>
          </a:bodyPr>
          <a:lstStyle/>
          <a:p>
            <a:r>
              <a:rPr lang="en-GB" sz="1050" dirty="0" err="1"/>
              <a:t>Antoniak</a:t>
            </a:r>
            <a:r>
              <a:rPr lang="en-GB" sz="1050" dirty="0"/>
              <a:t>, M., </a:t>
            </a:r>
            <a:r>
              <a:rPr lang="en-GB" sz="1050" dirty="0" err="1"/>
              <a:t>Mimno</a:t>
            </a:r>
            <a:r>
              <a:rPr lang="en-GB" sz="1050" dirty="0"/>
              <a:t>, D., &amp; Levy, K. (2019). Narrative Paths and Negotiation of Power in Birth Stories. Proceedings of the ACM on Human-Computer Interaction, 3(CSCW), 1–27. </a:t>
            </a:r>
            <a:r>
              <a:rPr lang="en-GB" sz="1050" dirty="0">
                <a:hlinkClick r:id="rId3"/>
              </a:rPr>
              <a:t>https://doi.org/10.1145/3359190</a:t>
            </a:r>
            <a:endParaRPr lang="en-GB" sz="1050" dirty="0"/>
          </a:p>
          <a:p>
            <a:r>
              <a:rPr lang="en-GB" sz="1050" dirty="0"/>
              <a:t>Dobson, J. E. (2019). Critical Digital Humanities: The Search for a Methodology. University of Illinois Press. </a:t>
            </a:r>
            <a:r>
              <a:rPr lang="en-GB" sz="1050" dirty="0">
                <a:hlinkClick r:id="rId4"/>
              </a:rPr>
              <a:t>https://doi.org/10.5406/j.ctvfjd0mf</a:t>
            </a:r>
            <a:endParaRPr lang="en-GB" sz="1050" dirty="0"/>
          </a:p>
          <a:p>
            <a:r>
              <a:rPr lang="en-GB" sz="1050" dirty="0"/>
              <a:t>Garg, N., </a:t>
            </a:r>
            <a:r>
              <a:rPr lang="en-GB" sz="1050" dirty="0" err="1"/>
              <a:t>Schiebinger</a:t>
            </a:r>
            <a:r>
              <a:rPr lang="en-GB" sz="1050" dirty="0"/>
              <a:t>, L., </a:t>
            </a:r>
            <a:r>
              <a:rPr lang="en-GB" sz="1050" dirty="0" err="1"/>
              <a:t>Jurafsky</a:t>
            </a:r>
            <a:r>
              <a:rPr lang="en-GB" sz="1050" dirty="0"/>
              <a:t>, D., &amp; Zou, J. (2018). Word embeddings quantify 100 years of gender and ethnic stereotypes. Proceedings of the National Academy of Sciences, 115(16). </a:t>
            </a:r>
            <a:r>
              <a:rPr lang="en-GB" sz="1050" dirty="0">
                <a:hlinkClick r:id="rId5"/>
              </a:rPr>
              <a:t>https://doi.org/10.1073/pnas.1720347115</a:t>
            </a:r>
            <a:endParaRPr lang="en-GB" sz="1050" dirty="0"/>
          </a:p>
          <a:p>
            <a:r>
              <a:rPr lang="en-GB" sz="1050" dirty="0"/>
              <a:t>Huang, Y., Guo, D., </a:t>
            </a:r>
            <a:r>
              <a:rPr lang="en-GB" sz="1050" dirty="0" err="1"/>
              <a:t>Kasakoff</a:t>
            </a:r>
            <a:r>
              <a:rPr lang="en-GB" sz="1050" dirty="0"/>
              <a:t>, A., &amp; Grieve, J. (2016). Understanding U.S. regional linguistic variation with Twitter data analysis. Computers, Environment and Urban Systems, 59, 244–255. </a:t>
            </a:r>
            <a:r>
              <a:rPr lang="en-GB" sz="1050" dirty="0">
                <a:hlinkClick r:id="rId6"/>
              </a:rPr>
              <a:t>https://doi.org/10.1016/j.compenvurbsys.2015.12.003</a:t>
            </a:r>
            <a:endParaRPr lang="en-GB" sz="1050" dirty="0"/>
          </a:p>
          <a:p>
            <a:r>
              <a:rPr lang="en-GB" sz="1050" dirty="0"/>
              <a:t>Jockers, M. L. (2013). Macroanalysis: Digital methods and literary history. University of Illinois Press.</a:t>
            </a:r>
          </a:p>
          <a:p>
            <a:r>
              <a:rPr lang="en-GB" sz="1050" dirty="0" err="1"/>
              <a:t>Jurafsky</a:t>
            </a:r>
            <a:r>
              <a:rPr lang="en-GB" sz="1050" dirty="0"/>
              <a:t>, D., </a:t>
            </a:r>
            <a:r>
              <a:rPr lang="en-GB" sz="1050" dirty="0" err="1"/>
              <a:t>Chahuneau</a:t>
            </a:r>
            <a:r>
              <a:rPr lang="en-GB" sz="1050" dirty="0"/>
              <a:t>, V., Routledge, B. R., &amp; Smith, N. A. (2016). Linguistic Markers of Status in Food Culture: Bourdieu’s Distinction in a Menu Corpus. Journal of Cultural Analytics. </a:t>
            </a:r>
            <a:r>
              <a:rPr lang="en-GB" sz="1050" dirty="0">
                <a:hlinkClick r:id="rId7"/>
              </a:rPr>
              <a:t>https://doi.org/10.22148/16.007</a:t>
            </a:r>
            <a:endParaRPr lang="en-GB" sz="1050" dirty="0"/>
          </a:p>
          <a:p>
            <a:r>
              <a:rPr lang="en-GB" sz="1050" dirty="0"/>
              <a:t>Kozlowski, A. C., </a:t>
            </a:r>
            <a:r>
              <a:rPr lang="en-GB" sz="1050" dirty="0" err="1"/>
              <a:t>Taddy</a:t>
            </a:r>
            <a:r>
              <a:rPr lang="en-GB" sz="1050" dirty="0"/>
              <a:t>, M., &amp; Evans, J. A. (2019). The Geometry of Culture: </a:t>
            </a:r>
            <a:r>
              <a:rPr lang="en-GB" sz="1050" dirty="0" err="1"/>
              <a:t>Analyzing</a:t>
            </a:r>
            <a:r>
              <a:rPr lang="en-GB" sz="1050" dirty="0"/>
              <a:t> the Meanings of Class through Word Embeddings. American Sociological Review, 84(5), 905–949. </a:t>
            </a:r>
            <a:r>
              <a:rPr lang="en-GB" sz="1050" dirty="0">
                <a:hlinkClick r:id="rId8"/>
              </a:rPr>
              <a:t>https://doi.org/10.1177/0003122419877135</a:t>
            </a:r>
            <a:endParaRPr lang="en-GB" sz="1050" dirty="0"/>
          </a:p>
          <a:p>
            <a:r>
              <a:rPr lang="en-GB" sz="1050" dirty="0"/>
              <a:t>Ascari, M. (2014). The Dangers of Distant Reading: Reassessing Moretti’s Approach to Literary Genres. Genre: Forms of Discourse and Culture, 47(1), 1–19.</a:t>
            </a:r>
          </a:p>
          <a:p>
            <a:r>
              <a:rPr lang="en-GB" sz="1050" dirty="0"/>
              <a:t>Heuser, R., Moretti, F., &amp; Steiner, E. B. (2016). The emotions of London. Literary Lab.</a:t>
            </a:r>
          </a:p>
          <a:p>
            <a:r>
              <a:rPr lang="en-GB" sz="1050" dirty="0"/>
              <a:t>Moretti, F. (2013). Distant reading (2015th ed.). Verso.</a:t>
            </a:r>
          </a:p>
          <a:p>
            <a:r>
              <a:rPr lang="en-GB" sz="1050" dirty="0"/>
              <a:t>Nicoletti, L., &amp; Sarva, S. (n.d.). When Women Make Headlines. The Pudding. Retrieved 31 October 2024, from </a:t>
            </a:r>
            <a:r>
              <a:rPr lang="en-GB" sz="1050" dirty="0">
                <a:hlinkClick r:id="rId9"/>
              </a:rPr>
              <a:t>https://pudding.cool/2022/02/women-in-headlines/</a:t>
            </a:r>
            <a:endParaRPr lang="en-GB" sz="1050" dirty="0"/>
          </a:p>
          <a:p>
            <a:r>
              <a:rPr lang="en-GB" sz="1050" dirty="0"/>
              <a:t>Piper, A. (2018). Enumerations: Data and Literary Study. University of Chicago Press. </a:t>
            </a:r>
            <a:r>
              <a:rPr lang="en-GB" sz="1050" dirty="0">
                <a:hlinkClick r:id="rId10"/>
              </a:rPr>
              <a:t>https://doi.org/10.7208/chicago/9780226568898.001.0001</a:t>
            </a:r>
            <a:endParaRPr lang="en-GB" sz="1050" dirty="0"/>
          </a:p>
          <a:p>
            <a:r>
              <a:rPr lang="en-GB" sz="1050" dirty="0"/>
              <a:t>So, R. J. (2021). Redlining Culture: A Data History of Racial Inequality and Postwar Fiction. Columbia University Press. </a:t>
            </a:r>
            <a:r>
              <a:rPr lang="en-GB" sz="1050" dirty="0">
                <a:hlinkClick r:id="rId11"/>
              </a:rPr>
              <a:t>https://doi.org/10.7312/so--19772</a:t>
            </a:r>
            <a:endParaRPr lang="en-GB" sz="1050" dirty="0"/>
          </a:p>
          <a:p>
            <a:r>
              <a:rPr lang="en-GB" sz="1050" dirty="0"/>
              <a:t>So, R. J., &amp; Roland, E. (2020). Race and Distant Reading. PMLA/Publications of the Modern Language Association of America, 135(1), 59–73. </a:t>
            </a:r>
            <a:r>
              <a:rPr lang="en-GB" sz="1050" dirty="0">
                <a:hlinkClick r:id="rId12"/>
              </a:rPr>
              <a:t>https://doi.org/10.1632/pmla.2020.135.1.59</a:t>
            </a:r>
            <a:endParaRPr lang="en-GB" sz="1050" dirty="0"/>
          </a:p>
          <a:p>
            <a:r>
              <a:rPr lang="en-GB" sz="1050" dirty="0"/>
              <a:t>Underwood, T. (2019). Distant horizons: Digital evidence and literary change. The University of Chicago Press.</a:t>
            </a:r>
          </a:p>
        </p:txBody>
      </p:sp>
      <p:sp>
        <p:nvSpPr>
          <p:cNvPr id="5" name="Date Placeholder 4">
            <a:extLst>
              <a:ext uri="{FF2B5EF4-FFF2-40B4-BE49-F238E27FC236}">
                <a16:creationId xmlns:a16="http://schemas.microsoft.com/office/drawing/2014/main" id="{0F41C491-B880-8FB0-3481-6327CEA2AD33}"/>
              </a:ext>
            </a:extLst>
          </p:cNvPr>
          <p:cNvSpPr>
            <a:spLocks noGrp="1"/>
          </p:cNvSpPr>
          <p:nvPr>
            <p:ph type="dt" sz="half" idx="10"/>
          </p:nvPr>
        </p:nvSpPr>
        <p:spPr/>
        <p:txBody>
          <a:bodyPr/>
          <a:lstStyle/>
          <a:p>
            <a:r>
              <a:rPr lang="en-GB"/>
              <a:t>18/11/2024</a:t>
            </a:r>
            <a:endParaRPr lang="en-GB" dirty="0"/>
          </a:p>
        </p:txBody>
      </p:sp>
      <p:sp>
        <p:nvSpPr>
          <p:cNvPr id="8" name="Footer Placeholder 7">
            <a:extLst>
              <a:ext uri="{FF2B5EF4-FFF2-40B4-BE49-F238E27FC236}">
                <a16:creationId xmlns:a16="http://schemas.microsoft.com/office/drawing/2014/main" id="{734B54D5-DB00-1579-C050-8AF595F6C1B6}"/>
              </a:ext>
            </a:extLst>
          </p:cNvPr>
          <p:cNvSpPr>
            <a:spLocks noGrp="1"/>
          </p:cNvSpPr>
          <p:nvPr>
            <p:ph type="ftr" sz="quarter" idx="3"/>
          </p:nvPr>
        </p:nvSpPr>
        <p:spPr/>
        <p:txBody>
          <a:bodyPr/>
          <a:lstStyle/>
          <a:p>
            <a:r>
              <a:rPr lang="en-GB"/>
              <a:t>DIGI61331 Week 9</a:t>
            </a:r>
            <a:endParaRPr lang="en-GB" dirty="0"/>
          </a:p>
        </p:txBody>
      </p:sp>
      <p:sp>
        <p:nvSpPr>
          <p:cNvPr id="9" name="Slide Number Placeholder 8">
            <a:extLst>
              <a:ext uri="{FF2B5EF4-FFF2-40B4-BE49-F238E27FC236}">
                <a16:creationId xmlns:a16="http://schemas.microsoft.com/office/drawing/2014/main" id="{3BB5AC10-2A22-7676-440F-351FA0065C71}"/>
              </a:ext>
            </a:extLst>
          </p:cNvPr>
          <p:cNvSpPr>
            <a:spLocks noGrp="1"/>
          </p:cNvSpPr>
          <p:nvPr>
            <p:ph type="sldNum" sz="quarter" idx="12"/>
          </p:nvPr>
        </p:nvSpPr>
        <p:spPr/>
        <p:txBody>
          <a:bodyPr/>
          <a:lstStyle/>
          <a:p>
            <a:fld id="{DBF5BF70-AF59-E844-AFDD-1A12549F0ECB}" type="slidenum">
              <a:rPr lang="en-GB" smtClean="0"/>
              <a:pPr/>
              <a:t>16</a:t>
            </a:fld>
            <a:endParaRPr lang="en-GB"/>
          </a:p>
        </p:txBody>
      </p:sp>
    </p:spTree>
    <p:extLst>
      <p:ext uri="{BB962C8B-B14F-4D97-AF65-F5344CB8AC3E}">
        <p14:creationId xmlns:p14="http://schemas.microsoft.com/office/powerpoint/2010/main" val="1747855295"/>
      </p:ext>
    </p:extLst>
  </p:cSld>
  <p:clrMapOvr>
    <a:masterClrMapping/>
  </p:clrMapOvr>
</p:sld>
</file>

<file path=ppt/theme/theme1.xml><?xml version="1.0" encoding="utf-8"?>
<a:theme xmlns:a="http://schemas.openxmlformats.org/drawingml/2006/main" name="PortalVTI">
  <a:themeElements>
    <a:clrScheme name="AnalogousFromRegularSeedLeftStep">
      <a:dk1>
        <a:srgbClr val="000000"/>
      </a:dk1>
      <a:lt1>
        <a:srgbClr val="FFFFFF"/>
      </a:lt1>
      <a:dk2>
        <a:srgbClr val="29311B"/>
      </a:dk2>
      <a:lt2>
        <a:srgbClr val="F3F0F0"/>
      </a:lt2>
      <a:accent1>
        <a:srgbClr val="21B2B7"/>
      </a:accent1>
      <a:accent2>
        <a:srgbClr val="14B879"/>
      </a:accent2>
      <a:accent3>
        <a:srgbClr val="21BA40"/>
      </a:accent3>
      <a:accent4>
        <a:srgbClr val="38B814"/>
      </a:accent4>
      <a:accent5>
        <a:srgbClr val="7CB120"/>
      </a:accent5>
      <a:accent6>
        <a:srgbClr val="ACA413"/>
      </a:accent6>
      <a:hlink>
        <a:srgbClr val="C4534F"/>
      </a:hlink>
      <a:folHlink>
        <a:srgbClr val="7F7F7F"/>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FDAAF67B-77C5-674C-8ECE-FDFA05B7BD2B}" vid="{7EF8BB39-64FB-4D47-9ADD-68DA460A24FE}"/>
    </a:ext>
  </a:extLst>
</a:theme>
</file>

<file path=ppt/theme/theme2.xml><?xml version="1.0" encoding="utf-8"?>
<a:theme xmlns:a="http://schemas.openxmlformats.org/drawingml/2006/main" name="1_PortalVTI">
  <a:themeElements>
    <a:clrScheme name="AnalogousFromRegularSeedLeftStep">
      <a:dk1>
        <a:srgbClr val="000000"/>
      </a:dk1>
      <a:lt1>
        <a:srgbClr val="FFFFFF"/>
      </a:lt1>
      <a:dk2>
        <a:srgbClr val="29311B"/>
      </a:dk2>
      <a:lt2>
        <a:srgbClr val="F3F0F0"/>
      </a:lt2>
      <a:accent1>
        <a:srgbClr val="21B2B7"/>
      </a:accent1>
      <a:accent2>
        <a:srgbClr val="14B879"/>
      </a:accent2>
      <a:accent3>
        <a:srgbClr val="21BA40"/>
      </a:accent3>
      <a:accent4>
        <a:srgbClr val="38B814"/>
      </a:accent4>
      <a:accent5>
        <a:srgbClr val="7CB120"/>
      </a:accent5>
      <a:accent6>
        <a:srgbClr val="ACA413"/>
      </a:accent6>
      <a:hlink>
        <a:srgbClr val="C4534F"/>
      </a:hlink>
      <a:folHlink>
        <a:srgbClr val="7F7F7F"/>
      </a:folHlink>
    </a:clrScheme>
    <a:fontScheme name="Earth">
      <a:majorFont>
        <a:latin typeface="Trade Gothic Next Cond"/>
        <a:ea typeface=""/>
        <a:cs typeface=""/>
      </a:majorFont>
      <a:minorFont>
        <a:latin typeface="Trade Gothic Next Light"/>
        <a:ea typeface=""/>
        <a:cs typeface=""/>
      </a:minorFont>
    </a:fontScheme>
    <a:fmtScheme name="AnalogousFromRegularSeedLeftSt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PortalVTI</Template>
  <TotalTime>46</TotalTime>
  <Words>2824</Words>
  <Application>Microsoft Macintosh PowerPoint</Application>
  <PresentationFormat>On-screen Show (16:10)</PresentationFormat>
  <Paragraphs>208</Paragraphs>
  <Slides>16</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Courier New</vt:lpstr>
      <vt:lpstr>Trade Gothic Next Cond</vt:lpstr>
      <vt:lpstr>Trade Gothic Next Light</vt:lpstr>
      <vt:lpstr>Wingdings</vt:lpstr>
      <vt:lpstr>PortalVTI</vt:lpstr>
      <vt:lpstr>1_PortalVTI</vt:lpstr>
      <vt:lpstr>Texts as Data</vt:lpstr>
      <vt:lpstr>Opening Questions</vt:lpstr>
      <vt:lpstr>A Long History</vt:lpstr>
      <vt:lpstr>From Concordance to Corpus</vt:lpstr>
      <vt:lpstr>Close Reading and Distant Reading</vt:lpstr>
      <vt:lpstr>The Shift to Measurement</vt:lpstr>
      <vt:lpstr>Computational Results Are Not Neutral</vt:lpstr>
      <vt:lpstr>What Is a Corpus?</vt:lpstr>
      <vt:lpstr>Types of Corpora</vt:lpstr>
      <vt:lpstr>What Is Not a Corpus?</vt:lpstr>
      <vt:lpstr>Corpus Choices Shape Results</vt:lpstr>
      <vt:lpstr>Counting and Context</vt:lpstr>
      <vt:lpstr>NATURAL LANGUAGE PROCESSING (NLP)</vt:lpstr>
      <vt:lpstr>Ethics and Attribution</vt:lpstr>
      <vt:lpstr>Key concepts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Giulia Grisot</dc:creator>
  <cp:lastModifiedBy>Giulia Grisot</cp:lastModifiedBy>
  <cp:revision>2</cp:revision>
  <dcterms:created xsi:type="dcterms:W3CDTF">2026-07-06T14:42:12Z</dcterms:created>
  <dcterms:modified xsi:type="dcterms:W3CDTF">2026-07-06T15:29:25Z</dcterms:modified>
</cp:coreProperties>
</file>